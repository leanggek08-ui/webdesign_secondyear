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91" r:id="rId2"/>
    <p:sldId id="585" r:id="rId3"/>
    <p:sldId id="391" r:id="rId4"/>
    <p:sldId id="586" r:id="rId5"/>
    <p:sldId id="569" r:id="rId6"/>
    <p:sldId id="575" r:id="rId7"/>
    <p:sldId id="587" r:id="rId8"/>
    <p:sldId id="570" r:id="rId9"/>
    <p:sldId id="577" r:id="rId10"/>
    <p:sldId id="578" r:id="rId11"/>
    <p:sldId id="440" r:id="rId12"/>
    <p:sldId id="580" r:id="rId13"/>
    <p:sldId id="581" r:id="rId14"/>
    <p:sldId id="582" r:id="rId15"/>
    <p:sldId id="583" r:id="rId16"/>
    <p:sldId id="584" r:id="rId17"/>
    <p:sldId id="426" r:id="rId18"/>
    <p:sldId id="417" r:id="rId19"/>
    <p:sldId id="427" r:id="rId20"/>
    <p:sldId id="428" r:id="rId21"/>
    <p:sldId id="424" r:id="rId22"/>
    <p:sldId id="579" r:id="rId23"/>
    <p:sldId id="294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9AD"/>
    <a:srgbClr val="FFDA3E"/>
    <a:srgbClr val="D6B932"/>
    <a:srgbClr val="EFF0F1"/>
    <a:srgbClr val="E6F2FF"/>
    <a:srgbClr val="FFF3E8"/>
    <a:srgbClr val="567940"/>
    <a:srgbClr val="F3F2F1"/>
    <a:srgbClr val="FFFFFF"/>
    <a:srgbClr val="2A3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023FB9-D235-4AC6-AF76-CD6749F3E5FC}" v="59" dt="2025-12-07T17:45:09.7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82930" autoAdjust="0"/>
  </p:normalViewPr>
  <p:slideViewPr>
    <p:cSldViewPr snapToGrid="0">
      <p:cViewPr>
        <p:scale>
          <a:sx n="66" d="100"/>
          <a:sy n="66" d="100"/>
        </p:scale>
        <p:origin x="2322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an Ogor" userId="473d6ea9-be06-4609-b78d-125cc115ecf4" providerId="ADAL" clId="{B561F487-D44B-4102-99BC-5E6CD2D241BF}"/>
    <pc:docChg chg="custSel addSld delSld modSld sldOrd">
      <pc:chgData name="Ronan Ogor" userId="473d6ea9-be06-4609-b78d-125cc115ecf4" providerId="ADAL" clId="{B561F487-D44B-4102-99BC-5E6CD2D241BF}" dt="2025-12-07T17:45:09.708" v="846"/>
      <pc:docMkLst>
        <pc:docMk/>
      </pc:docMkLst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0" sldId="257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3532946465" sldId="272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535649238" sldId="290"/>
        </pc:sldMkLst>
      </pc:sldChg>
      <pc:sldChg chg="addSp delSp modSp mod">
        <pc:chgData name="Ronan Ogor" userId="473d6ea9-be06-4609-b78d-125cc115ecf4" providerId="ADAL" clId="{B561F487-D44B-4102-99BC-5E6CD2D241BF}" dt="2025-12-07T16:20:31.890" v="47" actId="1076"/>
        <pc:sldMkLst>
          <pc:docMk/>
          <pc:sldMk cId="0" sldId="291"/>
        </pc:sldMkLst>
        <pc:spChg chg="mod">
          <ac:chgData name="Ronan Ogor" userId="473d6ea9-be06-4609-b78d-125cc115ecf4" providerId="ADAL" clId="{B561F487-D44B-4102-99BC-5E6CD2D241BF}" dt="2025-12-07T16:20:26.736" v="46" actId="207"/>
          <ac:spMkLst>
            <pc:docMk/>
            <pc:sldMk cId="0" sldId="291"/>
            <ac:spMk id="90" creationId="{00000000-0000-0000-0000-000000000000}"/>
          </ac:spMkLst>
        </pc:spChg>
        <pc:picChg chg="add mod">
          <ac:chgData name="Ronan Ogor" userId="473d6ea9-be06-4609-b78d-125cc115ecf4" providerId="ADAL" clId="{B561F487-D44B-4102-99BC-5E6CD2D241BF}" dt="2025-12-07T16:20:31.890" v="47" actId="1076"/>
          <ac:picMkLst>
            <pc:docMk/>
            <pc:sldMk cId="0" sldId="291"/>
            <ac:picMk id="2" creationId="{DC4E7103-570D-3916-5F89-DD166315AF06}"/>
          </ac:picMkLst>
        </pc:picChg>
        <pc:picChg chg="add mod">
          <ac:chgData name="Ronan Ogor" userId="473d6ea9-be06-4609-b78d-125cc115ecf4" providerId="ADAL" clId="{B561F487-D44B-4102-99BC-5E6CD2D241BF}" dt="2025-12-07T16:20:31.890" v="47" actId="1076"/>
          <ac:picMkLst>
            <pc:docMk/>
            <pc:sldMk cId="0" sldId="291"/>
            <ac:picMk id="3" creationId="{5532241E-EEB6-8669-9015-435720FCDD8E}"/>
          </ac:picMkLst>
        </pc:picChg>
        <pc:picChg chg="del">
          <ac:chgData name="Ronan Ogor" userId="473d6ea9-be06-4609-b78d-125cc115ecf4" providerId="ADAL" clId="{B561F487-D44B-4102-99BC-5E6CD2D241BF}" dt="2025-12-07T16:19:15.906" v="33" actId="478"/>
          <ac:picMkLst>
            <pc:docMk/>
            <pc:sldMk cId="0" sldId="291"/>
            <ac:picMk id="4" creationId="{AC7E9EEA-28A4-4556-A8D1-A55BD5DB0FC5}"/>
          </ac:picMkLst>
        </pc:picChg>
        <pc:picChg chg="del">
          <ac:chgData name="Ronan Ogor" userId="473d6ea9-be06-4609-b78d-125cc115ecf4" providerId="ADAL" clId="{B561F487-D44B-4102-99BC-5E6CD2D241BF}" dt="2025-12-07T16:18:53.407" v="2" actId="478"/>
          <ac:picMkLst>
            <pc:docMk/>
            <pc:sldMk cId="0" sldId="291"/>
            <ac:picMk id="7" creationId="{7699757D-0385-4C06-8127-33784789CED6}"/>
          </ac:picMkLst>
        </pc:picChg>
      </pc:sldChg>
      <pc:sldChg chg="del">
        <pc:chgData name="Ronan Ogor" userId="473d6ea9-be06-4609-b78d-125cc115ecf4" providerId="ADAL" clId="{B561F487-D44B-4102-99BC-5E6CD2D241BF}" dt="2025-12-07T16:18:37.457" v="0" actId="47"/>
        <pc:sldMkLst>
          <pc:docMk/>
          <pc:sldMk cId="0" sldId="292"/>
        </pc:sldMkLst>
      </pc:sldChg>
      <pc:sldChg chg="modSp add mod">
        <pc:chgData name="Ronan Ogor" userId="473d6ea9-be06-4609-b78d-125cc115ecf4" providerId="ADAL" clId="{B561F487-D44B-4102-99BC-5E6CD2D241BF}" dt="2025-12-07T16:34:56.907" v="352" actId="1076"/>
        <pc:sldMkLst>
          <pc:docMk/>
          <pc:sldMk cId="381353966" sldId="294"/>
        </pc:sldMkLst>
        <pc:spChg chg="mod">
          <ac:chgData name="Ronan Ogor" userId="473d6ea9-be06-4609-b78d-125cc115ecf4" providerId="ADAL" clId="{B561F487-D44B-4102-99BC-5E6CD2D241BF}" dt="2025-12-07T16:34:49.123" v="339" actId="1076"/>
          <ac:spMkLst>
            <pc:docMk/>
            <pc:sldMk cId="381353966" sldId="294"/>
            <ac:spMk id="2" creationId="{46AA968E-803C-41CB-84DE-C020829A543A}"/>
          </ac:spMkLst>
        </pc:spChg>
        <pc:spChg chg="mod">
          <ac:chgData name="Ronan Ogor" userId="473d6ea9-be06-4609-b78d-125cc115ecf4" providerId="ADAL" clId="{B561F487-D44B-4102-99BC-5E6CD2D241BF}" dt="2025-12-07T16:34:56.907" v="352" actId="1076"/>
          <ac:spMkLst>
            <pc:docMk/>
            <pc:sldMk cId="381353966" sldId="294"/>
            <ac:spMk id="8" creationId="{47525548-CEDF-4A00-862D-E2069FE28934}"/>
          </ac:spMkLst>
        </pc:spChg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3061220514" sldId="314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3196121468" sldId="325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2207389062" sldId="351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3482534758" sldId="355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2677605552" sldId="356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80352937" sldId="359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3490329316" sldId="362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1172516772" sldId="364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150069491" sldId="365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961980121" sldId="366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1018915775" sldId="367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331162239" sldId="369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2150524054" sldId="370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84329944" sldId="371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2312655978" sldId="372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1387493630" sldId="373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2872329814" sldId="376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417272810" sldId="377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3622707976" sldId="378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1614943982" sldId="379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592217248" sldId="382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822211237" sldId="383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2265066716" sldId="385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913998228" sldId="387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2195558764" sldId="388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2887970823" sldId="389"/>
        </pc:sldMkLst>
      </pc:sldChg>
      <pc:sldChg chg="del">
        <pc:chgData name="Ronan Ogor" userId="473d6ea9-be06-4609-b78d-125cc115ecf4" providerId="ADAL" clId="{B561F487-D44B-4102-99BC-5E6CD2D241BF}" dt="2025-12-07T16:35:27.044" v="357" actId="47"/>
        <pc:sldMkLst>
          <pc:docMk/>
          <pc:sldMk cId="3260488458" sldId="390"/>
        </pc:sldMkLst>
      </pc:sldChg>
      <pc:sldChg chg="add">
        <pc:chgData name="Ronan Ogor" userId="473d6ea9-be06-4609-b78d-125cc115ecf4" providerId="ADAL" clId="{B561F487-D44B-4102-99BC-5E6CD2D241BF}" dt="2025-12-07T16:22:48.512" v="48"/>
        <pc:sldMkLst>
          <pc:docMk/>
          <pc:sldMk cId="3697335133" sldId="391"/>
        </pc:sldMkLst>
      </pc:sldChg>
      <pc:sldChg chg="addSp delSp modSp add mod">
        <pc:chgData name="Ronan Ogor" userId="473d6ea9-be06-4609-b78d-125cc115ecf4" providerId="ADAL" clId="{B561F487-D44B-4102-99BC-5E6CD2D241BF}" dt="2025-12-07T17:32:58.897" v="585" actId="1076"/>
        <pc:sldMkLst>
          <pc:docMk/>
          <pc:sldMk cId="2254894801" sldId="417"/>
        </pc:sldMkLst>
        <pc:spChg chg="del">
          <ac:chgData name="Ronan Ogor" userId="473d6ea9-be06-4609-b78d-125cc115ecf4" providerId="ADAL" clId="{B561F487-D44B-4102-99BC-5E6CD2D241BF}" dt="2025-12-07T17:32:47.335" v="581" actId="478"/>
          <ac:spMkLst>
            <pc:docMk/>
            <pc:sldMk cId="2254894801" sldId="417"/>
            <ac:spMk id="2" creationId="{00000000-0000-0000-0000-000000000000}"/>
          </ac:spMkLst>
        </pc:spChg>
        <pc:spChg chg="add mod">
          <ac:chgData name="Ronan Ogor" userId="473d6ea9-be06-4609-b78d-125cc115ecf4" providerId="ADAL" clId="{B561F487-D44B-4102-99BC-5E6CD2D241BF}" dt="2025-12-07T17:31:59.905" v="548"/>
          <ac:spMkLst>
            <pc:docMk/>
            <pc:sldMk cId="2254894801" sldId="417"/>
            <ac:spMk id="3" creationId="{9AB76362-0AE1-343A-18F6-70AB409EE4D7}"/>
          </ac:spMkLst>
        </pc:spChg>
        <pc:spChg chg="mod">
          <ac:chgData name="Ronan Ogor" userId="473d6ea9-be06-4609-b78d-125cc115ecf4" providerId="ADAL" clId="{B561F487-D44B-4102-99BC-5E6CD2D241BF}" dt="2025-12-07T17:32:36.070" v="580" actId="20577"/>
          <ac:spMkLst>
            <pc:docMk/>
            <pc:sldMk cId="2254894801" sldId="417"/>
            <ac:spMk id="16" creationId="{00000000-0000-0000-0000-000000000000}"/>
          </ac:spMkLst>
        </pc:spChg>
        <pc:spChg chg="del">
          <ac:chgData name="Ronan Ogor" userId="473d6ea9-be06-4609-b78d-125cc115ecf4" providerId="ADAL" clId="{B561F487-D44B-4102-99BC-5E6CD2D241BF}" dt="2025-12-07T17:31:59.038" v="547" actId="478"/>
          <ac:spMkLst>
            <pc:docMk/>
            <pc:sldMk cId="2254894801" sldId="417"/>
            <ac:spMk id="18" creationId="{00000000-0000-0000-0000-000000000000}"/>
          </ac:spMkLst>
        </pc:spChg>
        <pc:spChg chg="del">
          <ac:chgData name="Ronan Ogor" userId="473d6ea9-be06-4609-b78d-125cc115ecf4" providerId="ADAL" clId="{B561F487-D44B-4102-99BC-5E6CD2D241BF}" dt="2025-12-07T17:31:59.038" v="547" actId="478"/>
          <ac:spMkLst>
            <pc:docMk/>
            <pc:sldMk cId="2254894801" sldId="417"/>
            <ac:spMk id="20" creationId="{00000000-0000-0000-0000-000000000000}"/>
          </ac:spMkLst>
        </pc:spChg>
        <pc:spChg chg="del">
          <ac:chgData name="Ronan Ogor" userId="473d6ea9-be06-4609-b78d-125cc115ecf4" providerId="ADAL" clId="{B561F487-D44B-4102-99BC-5E6CD2D241BF}" dt="2025-12-07T17:32:47.335" v="581" actId="478"/>
          <ac:spMkLst>
            <pc:docMk/>
            <pc:sldMk cId="2254894801" sldId="417"/>
            <ac:spMk id="21" creationId="{00000000-0000-0000-0000-000000000000}"/>
          </ac:spMkLst>
        </pc:spChg>
        <pc:spChg chg="mod">
          <ac:chgData name="Ronan Ogor" userId="473d6ea9-be06-4609-b78d-125cc115ecf4" providerId="ADAL" clId="{B561F487-D44B-4102-99BC-5E6CD2D241BF}" dt="2025-12-07T17:32:58.897" v="585" actId="1076"/>
          <ac:spMkLst>
            <pc:docMk/>
            <pc:sldMk cId="2254894801" sldId="417"/>
            <ac:spMk id="23" creationId="{4C5D118D-4FD1-4AFF-8DEF-AAB56BDF8846}"/>
          </ac:spMkLst>
        </pc:spChg>
        <pc:picChg chg="del">
          <ac:chgData name="Ronan Ogor" userId="473d6ea9-be06-4609-b78d-125cc115ecf4" providerId="ADAL" clId="{B561F487-D44B-4102-99BC-5E6CD2D241BF}" dt="2025-12-07T17:32:47.335" v="581" actId="478"/>
          <ac:picMkLst>
            <pc:docMk/>
            <pc:sldMk cId="2254894801" sldId="417"/>
            <ac:picMk id="4" creationId="{FB281AEC-2F62-4F8F-94D4-413F584289D4}"/>
          </ac:picMkLst>
        </pc:picChg>
        <pc:picChg chg="mod">
          <ac:chgData name="Ronan Ogor" userId="473d6ea9-be06-4609-b78d-125cc115ecf4" providerId="ADAL" clId="{B561F487-D44B-4102-99BC-5E6CD2D241BF}" dt="2025-12-07T17:32:55.856" v="584" actId="1076"/>
          <ac:picMkLst>
            <pc:docMk/>
            <pc:sldMk cId="2254894801" sldId="417"/>
            <ac:picMk id="7" creationId="{68BDBC6C-2C72-4F24-B658-8DB2B042FBB6}"/>
          </ac:picMkLst>
        </pc:picChg>
        <pc:picChg chg="mod">
          <ac:chgData name="Ronan Ogor" userId="473d6ea9-be06-4609-b78d-125cc115ecf4" providerId="ADAL" clId="{B561F487-D44B-4102-99BC-5E6CD2D241BF}" dt="2025-12-07T17:32:58.897" v="585" actId="1076"/>
          <ac:picMkLst>
            <pc:docMk/>
            <pc:sldMk cId="2254894801" sldId="417"/>
            <ac:picMk id="9" creationId="{8C40B589-8361-4E72-8B77-26C29822C86B}"/>
          </ac:picMkLst>
        </pc:picChg>
        <pc:picChg chg="del">
          <ac:chgData name="Ronan Ogor" userId="473d6ea9-be06-4609-b78d-125cc115ecf4" providerId="ADAL" clId="{B561F487-D44B-4102-99BC-5E6CD2D241BF}" dt="2025-12-07T17:31:59.038" v="547" actId="478"/>
          <ac:picMkLst>
            <pc:docMk/>
            <pc:sldMk cId="2254894801" sldId="417"/>
            <ac:picMk id="19" creationId="{00000000-0000-0000-0000-000000000000}"/>
          </ac:picMkLst>
        </pc:picChg>
      </pc:sldChg>
      <pc:sldChg chg="delSp modSp add mod">
        <pc:chgData name="Ronan Ogor" userId="473d6ea9-be06-4609-b78d-125cc115ecf4" providerId="ADAL" clId="{B561F487-D44B-4102-99BC-5E6CD2D241BF}" dt="2025-12-07T17:37:28.257" v="724" actId="478"/>
        <pc:sldMkLst>
          <pc:docMk/>
          <pc:sldMk cId="1683994894" sldId="424"/>
        </pc:sldMkLst>
        <pc:spChg chg="mod">
          <ac:chgData name="Ronan Ogor" userId="473d6ea9-be06-4609-b78d-125cc115ecf4" providerId="ADAL" clId="{B561F487-D44B-4102-99BC-5E6CD2D241BF}" dt="2025-12-07T17:36:08.440" v="714" actId="1076"/>
          <ac:spMkLst>
            <pc:docMk/>
            <pc:sldMk cId="1683994894" sldId="424"/>
            <ac:spMk id="12" creationId="{2326240E-9C53-478D-AB44-04A6B81A0CDE}"/>
          </ac:spMkLst>
        </pc:spChg>
        <pc:spChg chg="del">
          <ac:chgData name="Ronan Ogor" userId="473d6ea9-be06-4609-b78d-125cc115ecf4" providerId="ADAL" clId="{B561F487-D44B-4102-99BC-5E6CD2D241BF}" dt="2025-12-07T17:36:06.458" v="713" actId="478"/>
          <ac:spMkLst>
            <pc:docMk/>
            <pc:sldMk cId="1683994894" sldId="424"/>
            <ac:spMk id="15" creationId="{55F00C34-BAA4-4D57-BEB1-F045FCAF06AD}"/>
          </ac:spMkLst>
        </pc:spChg>
        <pc:spChg chg="del mod">
          <ac:chgData name="Ronan Ogor" userId="473d6ea9-be06-4609-b78d-125cc115ecf4" providerId="ADAL" clId="{B561F487-D44B-4102-99BC-5E6CD2D241BF}" dt="2025-12-07T17:37:27.421" v="723" actId="478"/>
          <ac:spMkLst>
            <pc:docMk/>
            <pc:sldMk cId="1683994894" sldId="424"/>
            <ac:spMk id="16" creationId="{B1C6D23E-37B5-426B-B6AE-48F59ACEB136}"/>
          </ac:spMkLst>
        </pc:spChg>
        <pc:spChg chg="del mod">
          <ac:chgData name="Ronan Ogor" userId="473d6ea9-be06-4609-b78d-125cc115ecf4" providerId="ADAL" clId="{B561F487-D44B-4102-99BC-5E6CD2D241BF}" dt="2025-12-07T17:37:27.421" v="723" actId="478"/>
          <ac:spMkLst>
            <pc:docMk/>
            <pc:sldMk cId="1683994894" sldId="424"/>
            <ac:spMk id="17" creationId="{B1C6D23E-37B5-426B-B6AE-48F59ACEB136}"/>
          </ac:spMkLst>
        </pc:spChg>
        <pc:spChg chg="del mod">
          <ac:chgData name="Ronan Ogor" userId="473d6ea9-be06-4609-b78d-125cc115ecf4" providerId="ADAL" clId="{B561F487-D44B-4102-99BC-5E6CD2D241BF}" dt="2025-12-07T17:37:27.421" v="723" actId="478"/>
          <ac:spMkLst>
            <pc:docMk/>
            <pc:sldMk cId="1683994894" sldId="424"/>
            <ac:spMk id="18" creationId="{B1C6D23E-37B5-426B-B6AE-48F59ACEB136}"/>
          </ac:spMkLst>
        </pc:spChg>
        <pc:spChg chg="del mod">
          <ac:chgData name="Ronan Ogor" userId="473d6ea9-be06-4609-b78d-125cc115ecf4" providerId="ADAL" clId="{B561F487-D44B-4102-99BC-5E6CD2D241BF}" dt="2025-12-07T17:37:27.421" v="723" actId="478"/>
          <ac:spMkLst>
            <pc:docMk/>
            <pc:sldMk cId="1683994894" sldId="424"/>
            <ac:spMk id="19" creationId="{B1C6D23E-37B5-426B-B6AE-48F59ACEB136}"/>
          </ac:spMkLst>
        </pc:spChg>
        <pc:spChg chg="del mod">
          <ac:chgData name="Ronan Ogor" userId="473d6ea9-be06-4609-b78d-125cc115ecf4" providerId="ADAL" clId="{B561F487-D44B-4102-99BC-5E6CD2D241BF}" dt="2025-12-07T17:37:27.421" v="723" actId="478"/>
          <ac:spMkLst>
            <pc:docMk/>
            <pc:sldMk cId="1683994894" sldId="424"/>
            <ac:spMk id="27" creationId="{73B06C89-1114-4A18-BE15-50240EBF88F4}"/>
          </ac:spMkLst>
        </pc:spChg>
        <pc:picChg chg="del mod">
          <ac:chgData name="Ronan Ogor" userId="473d6ea9-be06-4609-b78d-125cc115ecf4" providerId="ADAL" clId="{B561F487-D44B-4102-99BC-5E6CD2D241BF}" dt="2025-12-07T17:37:28.257" v="724" actId="478"/>
          <ac:picMkLst>
            <pc:docMk/>
            <pc:sldMk cId="1683994894" sldId="424"/>
            <ac:picMk id="3" creationId="{054A2520-9C1A-41F9-B498-AF2808822F0A}"/>
          </ac:picMkLst>
        </pc:picChg>
        <pc:picChg chg="del mod">
          <ac:chgData name="Ronan Ogor" userId="473d6ea9-be06-4609-b78d-125cc115ecf4" providerId="ADAL" clId="{B561F487-D44B-4102-99BC-5E6CD2D241BF}" dt="2025-12-07T17:37:27.421" v="723" actId="478"/>
          <ac:picMkLst>
            <pc:docMk/>
            <pc:sldMk cId="1683994894" sldId="424"/>
            <ac:picMk id="5" creationId="{A7DBEE0F-40FE-43BC-8138-78DA4E0438E8}"/>
          </ac:picMkLst>
        </pc:picChg>
        <pc:picChg chg="del mod">
          <ac:chgData name="Ronan Ogor" userId="473d6ea9-be06-4609-b78d-125cc115ecf4" providerId="ADAL" clId="{B561F487-D44B-4102-99BC-5E6CD2D241BF}" dt="2025-12-07T17:37:27.421" v="723" actId="478"/>
          <ac:picMkLst>
            <pc:docMk/>
            <pc:sldMk cId="1683994894" sldId="424"/>
            <ac:picMk id="7" creationId="{0A4453BC-1DB1-43DE-A632-8C0C66B2A556}"/>
          </ac:picMkLst>
        </pc:picChg>
        <pc:picChg chg="del mod">
          <ac:chgData name="Ronan Ogor" userId="473d6ea9-be06-4609-b78d-125cc115ecf4" providerId="ADAL" clId="{B561F487-D44B-4102-99BC-5E6CD2D241BF}" dt="2025-12-07T17:37:27.421" v="723" actId="478"/>
          <ac:picMkLst>
            <pc:docMk/>
            <pc:sldMk cId="1683994894" sldId="424"/>
            <ac:picMk id="9" creationId="{1DBB599D-3600-4F56-A287-5D25E1C86441}"/>
          </ac:picMkLst>
        </pc:picChg>
        <pc:picChg chg="del">
          <ac:chgData name="Ronan Ogor" userId="473d6ea9-be06-4609-b78d-125cc115ecf4" providerId="ADAL" clId="{B561F487-D44B-4102-99BC-5E6CD2D241BF}" dt="2025-12-07T17:36:06.458" v="713" actId="478"/>
          <ac:picMkLst>
            <pc:docMk/>
            <pc:sldMk cId="1683994894" sldId="424"/>
            <ac:picMk id="14" creationId="{936432C5-C823-40FD-95A6-AC18FEBDEFBB}"/>
          </ac:picMkLst>
        </pc:picChg>
      </pc:sldChg>
      <pc:sldChg chg="delSp modSp add mod">
        <pc:chgData name="Ronan Ogor" userId="473d6ea9-be06-4609-b78d-125cc115ecf4" providerId="ADAL" clId="{B561F487-D44B-4102-99BC-5E6CD2D241BF}" dt="2025-12-07T17:31:46.647" v="546" actId="1076"/>
        <pc:sldMkLst>
          <pc:docMk/>
          <pc:sldMk cId="3223533368" sldId="426"/>
        </pc:sldMkLst>
        <pc:spChg chg="mod">
          <ac:chgData name="Ronan Ogor" userId="473d6ea9-be06-4609-b78d-125cc115ecf4" providerId="ADAL" clId="{B561F487-D44B-4102-99BC-5E6CD2D241BF}" dt="2025-12-07T17:31:46.647" v="546" actId="1076"/>
          <ac:spMkLst>
            <pc:docMk/>
            <pc:sldMk cId="3223533368" sldId="426"/>
            <ac:spMk id="5" creationId="{00000000-0000-0000-0000-000000000000}"/>
          </ac:spMkLst>
        </pc:spChg>
        <pc:spChg chg="mod">
          <ac:chgData name="Ronan Ogor" userId="473d6ea9-be06-4609-b78d-125cc115ecf4" providerId="ADAL" clId="{B561F487-D44B-4102-99BC-5E6CD2D241BF}" dt="2025-12-07T17:31:37.224" v="541" actId="207"/>
          <ac:spMkLst>
            <pc:docMk/>
            <pc:sldMk cId="3223533368" sldId="426"/>
            <ac:spMk id="14" creationId="{00000000-0000-0000-0000-000000000000}"/>
          </ac:spMkLst>
        </pc:spChg>
        <pc:spChg chg="del">
          <ac:chgData name="Ronan Ogor" userId="473d6ea9-be06-4609-b78d-125cc115ecf4" providerId="ADAL" clId="{B561F487-D44B-4102-99BC-5E6CD2D241BF}" dt="2025-12-07T17:31:17.770" v="538" actId="478"/>
          <ac:spMkLst>
            <pc:docMk/>
            <pc:sldMk cId="3223533368" sldId="426"/>
            <ac:spMk id="16" creationId="{00000000-0000-0000-0000-000000000000}"/>
          </ac:spMkLst>
        </pc:spChg>
        <pc:cxnChg chg="del">
          <ac:chgData name="Ronan Ogor" userId="473d6ea9-be06-4609-b78d-125cc115ecf4" providerId="ADAL" clId="{B561F487-D44B-4102-99BC-5E6CD2D241BF}" dt="2025-12-07T17:31:17.770" v="538" actId="478"/>
          <ac:cxnSpMkLst>
            <pc:docMk/>
            <pc:sldMk cId="3223533368" sldId="426"/>
            <ac:cxnSpMk id="15" creationId="{00000000-0000-0000-0000-000000000000}"/>
          </ac:cxnSpMkLst>
        </pc:cxnChg>
      </pc:sldChg>
      <pc:sldChg chg="addSp delSp modSp add mod">
        <pc:chgData name="Ronan Ogor" userId="473d6ea9-be06-4609-b78d-125cc115ecf4" providerId="ADAL" clId="{B561F487-D44B-4102-99BC-5E6CD2D241BF}" dt="2025-12-07T17:34:51.809" v="678" actId="1076"/>
        <pc:sldMkLst>
          <pc:docMk/>
          <pc:sldMk cId="341515441" sldId="427"/>
        </pc:sldMkLst>
        <pc:spChg chg="mod">
          <ac:chgData name="Ronan Ogor" userId="473d6ea9-be06-4609-b78d-125cc115ecf4" providerId="ADAL" clId="{B561F487-D44B-4102-99BC-5E6CD2D241BF}" dt="2025-12-07T17:34:40.296" v="675" actId="1076"/>
          <ac:spMkLst>
            <pc:docMk/>
            <pc:sldMk cId="341515441" sldId="427"/>
            <ac:spMk id="2" creationId="{00000000-0000-0000-0000-000000000000}"/>
          </ac:spMkLst>
        </pc:spChg>
        <pc:spChg chg="add mod">
          <ac:chgData name="Ronan Ogor" userId="473d6ea9-be06-4609-b78d-125cc115ecf4" providerId="ADAL" clId="{B561F487-D44B-4102-99BC-5E6CD2D241BF}" dt="2025-12-07T17:33:06.741" v="587"/>
          <ac:spMkLst>
            <pc:docMk/>
            <pc:sldMk cId="341515441" sldId="427"/>
            <ac:spMk id="3" creationId="{309F6784-684C-D62C-1F54-28D4787B9F90}"/>
          </ac:spMkLst>
        </pc:spChg>
        <pc:spChg chg="mod">
          <ac:chgData name="Ronan Ogor" userId="473d6ea9-be06-4609-b78d-125cc115ecf4" providerId="ADAL" clId="{B561F487-D44B-4102-99BC-5E6CD2D241BF}" dt="2025-12-07T17:34:51.809" v="678" actId="1076"/>
          <ac:spMkLst>
            <pc:docMk/>
            <pc:sldMk cId="341515441" sldId="427"/>
            <ac:spMk id="16" creationId="{00000000-0000-0000-0000-000000000000}"/>
          </ac:spMkLst>
        </pc:spChg>
        <pc:spChg chg="del">
          <ac:chgData name="Ronan Ogor" userId="473d6ea9-be06-4609-b78d-125cc115ecf4" providerId="ADAL" clId="{B561F487-D44B-4102-99BC-5E6CD2D241BF}" dt="2025-12-07T17:33:06.483" v="586" actId="478"/>
          <ac:spMkLst>
            <pc:docMk/>
            <pc:sldMk cId="341515441" sldId="427"/>
            <ac:spMk id="18" creationId="{00000000-0000-0000-0000-000000000000}"/>
          </ac:spMkLst>
        </pc:spChg>
        <pc:spChg chg="del">
          <ac:chgData name="Ronan Ogor" userId="473d6ea9-be06-4609-b78d-125cc115ecf4" providerId="ADAL" clId="{B561F487-D44B-4102-99BC-5E6CD2D241BF}" dt="2025-12-07T17:33:06.483" v="586" actId="478"/>
          <ac:spMkLst>
            <pc:docMk/>
            <pc:sldMk cId="341515441" sldId="427"/>
            <ac:spMk id="20" creationId="{00000000-0000-0000-0000-000000000000}"/>
          </ac:spMkLst>
        </pc:spChg>
        <pc:spChg chg="mod">
          <ac:chgData name="Ronan Ogor" userId="473d6ea9-be06-4609-b78d-125cc115ecf4" providerId="ADAL" clId="{B561F487-D44B-4102-99BC-5E6CD2D241BF}" dt="2025-12-07T17:34:40.296" v="675" actId="1076"/>
          <ac:spMkLst>
            <pc:docMk/>
            <pc:sldMk cId="341515441" sldId="427"/>
            <ac:spMk id="21" creationId="{00000000-0000-0000-0000-000000000000}"/>
          </ac:spMkLst>
        </pc:spChg>
        <pc:spChg chg="del">
          <ac:chgData name="Ronan Ogor" userId="473d6ea9-be06-4609-b78d-125cc115ecf4" providerId="ADAL" clId="{B561F487-D44B-4102-99BC-5E6CD2D241BF}" dt="2025-12-07T17:33:35.221" v="619" actId="478"/>
          <ac:spMkLst>
            <pc:docMk/>
            <pc:sldMk cId="341515441" sldId="427"/>
            <ac:spMk id="22" creationId="{2C70F5AE-429B-4F0D-926E-2576B662CA06}"/>
          </ac:spMkLst>
        </pc:spChg>
        <pc:picChg chg="mod">
          <ac:chgData name="Ronan Ogor" userId="473d6ea9-be06-4609-b78d-125cc115ecf4" providerId="ADAL" clId="{B561F487-D44B-4102-99BC-5E6CD2D241BF}" dt="2025-12-07T17:34:31.988" v="672" actId="1076"/>
          <ac:picMkLst>
            <pc:docMk/>
            <pc:sldMk cId="341515441" sldId="427"/>
            <ac:picMk id="4" creationId="{70BA4611-BE3E-475B-8DBA-4095FA77AFFE}"/>
          </ac:picMkLst>
        </pc:picChg>
        <pc:picChg chg="mod">
          <ac:chgData name="Ronan Ogor" userId="473d6ea9-be06-4609-b78d-125cc115ecf4" providerId="ADAL" clId="{B561F487-D44B-4102-99BC-5E6CD2D241BF}" dt="2025-12-07T17:34:33.297" v="673" actId="1076"/>
          <ac:picMkLst>
            <pc:docMk/>
            <pc:sldMk cId="341515441" sldId="427"/>
            <ac:picMk id="7" creationId="{8A3AD166-1776-4AD3-92C9-94E133046F13}"/>
          </ac:picMkLst>
        </pc:picChg>
        <pc:picChg chg="del">
          <ac:chgData name="Ronan Ogor" userId="473d6ea9-be06-4609-b78d-125cc115ecf4" providerId="ADAL" clId="{B561F487-D44B-4102-99BC-5E6CD2D241BF}" dt="2025-12-07T17:33:35.221" v="619" actId="478"/>
          <ac:picMkLst>
            <pc:docMk/>
            <pc:sldMk cId="341515441" sldId="427"/>
            <ac:picMk id="9" creationId="{5BE9D936-E0D3-4B7F-A671-621D55459E33}"/>
          </ac:picMkLst>
        </pc:picChg>
        <pc:picChg chg="del">
          <ac:chgData name="Ronan Ogor" userId="473d6ea9-be06-4609-b78d-125cc115ecf4" providerId="ADAL" clId="{B561F487-D44B-4102-99BC-5E6CD2D241BF}" dt="2025-12-07T17:33:06.483" v="586" actId="478"/>
          <ac:picMkLst>
            <pc:docMk/>
            <pc:sldMk cId="341515441" sldId="427"/>
            <ac:picMk id="19" creationId="{00000000-0000-0000-0000-000000000000}"/>
          </ac:picMkLst>
        </pc:picChg>
        <pc:cxnChg chg="del">
          <ac:chgData name="Ronan Ogor" userId="473d6ea9-be06-4609-b78d-125cc115ecf4" providerId="ADAL" clId="{B561F487-D44B-4102-99BC-5E6CD2D241BF}" dt="2025-12-07T17:33:35.221" v="619" actId="478"/>
          <ac:cxnSpMkLst>
            <pc:docMk/>
            <pc:sldMk cId="341515441" sldId="427"/>
            <ac:cxnSpMk id="11" creationId="{DD4E7FE1-B7DF-4280-A5C8-EFD517110483}"/>
          </ac:cxnSpMkLst>
        </pc:cxnChg>
        <pc:cxnChg chg="del">
          <ac:chgData name="Ronan Ogor" userId="473d6ea9-be06-4609-b78d-125cc115ecf4" providerId="ADAL" clId="{B561F487-D44B-4102-99BC-5E6CD2D241BF}" dt="2025-12-07T17:33:35.221" v="619" actId="478"/>
          <ac:cxnSpMkLst>
            <pc:docMk/>
            <pc:sldMk cId="341515441" sldId="427"/>
            <ac:cxnSpMk id="13" creationId="{05E4C6A4-1817-4150-BDC5-F342B723A5ED}"/>
          </ac:cxnSpMkLst>
        </pc:cxnChg>
      </pc:sldChg>
      <pc:sldChg chg="addSp delSp modSp add mod">
        <pc:chgData name="Ronan Ogor" userId="473d6ea9-be06-4609-b78d-125cc115ecf4" providerId="ADAL" clId="{B561F487-D44B-4102-99BC-5E6CD2D241BF}" dt="2025-12-07T17:35:42.614" v="712" actId="1076"/>
        <pc:sldMkLst>
          <pc:docMk/>
          <pc:sldMk cId="1606978373" sldId="428"/>
        </pc:sldMkLst>
        <pc:spChg chg="add mod">
          <ac:chgData name="Ronan Ogor" userId="473d6ea9-be06-4609-b78d-125cc115ecf4" providerId="ADAL" clId="{B561F487-D44B-4102-99BC-5E6CD2D241BF}" dt="2025-12-07T17:34:49.204" v="677"/>
          <ac:spMkLst>
            <pc:docMk/>
            <pc:sldMk cId="1606978373" sldId="428"/>
            <ac:spMk id="2" creationId="{E294A85E-9192-D76A-382E-0F83812DCD9E}"/>
          </ac:spMkLst>
        </pc:spChg>
        <pc:spChg chg="add mod">
          <ac:chgData name="Ronan Ogor" userId="473d6ea9-be06-4609-b78d-125cc115ecf4" providerId="ADAL" clId="{B561F487-D44B-4102-99BC-5E6CD2D241BF}" dt="2025-12-07T17:35:08.588" v="707" actId="113"/>
          <ac:spMkLst>
            <pc:docMk/>
            <pc:sldMk cId="1606978373" sldId="428"/>
            <ac:spMk id="3" creationId="{59E8EF07-0056-5717-E3B7-2E771B289D8B}"/>
          </ac:spMkLst>
        </pc:spChg>
        <pc:spChg chg="del">
          <ac:chgData name="Ronan Ogor" userId="473d6ea9-be06-4609-b78d-125cc115ecf4" providerId="ADAL" clId="{B561F487-D44B-4102-99BC-5E6CD2D241BF}" dt="2025-12-07T17:35:11.609" v="708" actId="478"/>
          <ac:spMkLst>
            <pc:docMk/>
            <pc:sldMk cId="1606978373" sldId="428"/>
            <ac:spMk id="11" creationId="{319B5533-EA7A-4FB1-A3EC-C686AA3D4C1D}"/>
          </ac:spMkLst>
        </pc:spChg>
        <pc:spChg chg="del">
          <ac:chgData name="Ronan Ogor" userId="473d6ea9-be06-4609-b78d-125cc115ecf4" providerId="ADAL" clId="{B561F487-D44B-4102-99BC-5E6CD2D241BF}" dt="2025-12-07T17:34:54.044" v="679" actId="478"/>
          <ac:spMkLst>
            <pc:docMk/>
            <pc:sldMk cId="1606978373" sldId="428"/>
            <ac:spMk id="16" creationId="{00000000-0000-0000-0000-000000000000}"/>
          </ac:spMkLst>
        </pc:spChg>
        <pc:spChg chg="del">
          <ac:chgData name="Ronan Ogor" userId="473d6ea9-be06-4609-b78d-125cc115ecf4" providerId="ADAL" clId="{B561F487-D44B-4102-99BC-5E6CD2D241BF}" dt="2025-12-07T17:34:49.015" v="676" actId="478"/>
          <ac:spMkLst>
            <pc:docMk/>
            <pc:sldMk cId="1606978373" sldId="428"/>
            <ac:spMk id="18" creationId="{00000000-0000-0000-0000-000000000000}"/>
          </ac:spMkLst>
        </pc:spChg>
        <pc:spChg chg="del">
          <ac:chgData name="Ronan Ogor" userId="473d6ea9-be06-4609-b78d-125cc115ecf4" providerId="ADAL" clId="{B561F487-D44B-4102-99BC-5E6CD2D241BF}" dt="2025-12-07T17:34:49.015" v="676" actId="478"/>
          <ac:spMkLst>
            <pc:docMk/>
            <pc:sldMk cId="1606978373" sldId="428"/>
            <ac:spMk id="20" creationId="{00000000-0000-0000-0000-000000000000}"/>
          </ac:spMkLst>
        </pc:spChg>
        <pc:picChg chg="mod">
          <ac:chgData name="Ronan Ogor" userId="473d6ea9-be06-4609-b78d-125cc115ecf4" providerId="ADAL" clId="{B561F487-D44B-4102-99BC-5E6CD2D241BF}" dt="2025-12-07T17:35:42.614" v="712" actId="1076"/>
          <ac:picMkLst>
            <pc:docMk/>
            <pc:sldMk cId="1606978373" sldId="428"/>
            <ac:picMk id="4" creationId="{6F9A4457-0B0D-4005-BE80-590D697A1E06}"/>
          </ac:picMkLst>
        </pc:picChg>
        <pc:picChg chg="del">
          <ac:chgData name="Ronan Ogor" userId="473d6ea9-be06-4609-b78d-125cc115ecf4" providerId="ADAL" clId="{B561F487-D44B-4102-99BC-5E6CD2D241BF}" dt="2025-12-07T17:35:11.609" v="708" actId="478"/>
          <ac:picMkLst>
            <pc:docMk/>
            <pc:sldMk cId="1606978373" sldId="428"/>
            <ac:picMk id="6" creationId="{C16A741F-B463-4904-A062-5FAC29FCE480}"/>
          </ac:picMkLst>
        </pc:picChg>
        <pc:picChg chg="add mod">
          <ac:chgData name="Ronan Ogor" userId="473d6ea9-be06-4609-b78d-125cc115ecf4" providerId="ADAL" clId="{B561F487-D44B-4102-99BC-5E6CD2D241BF}" dt="2025-12-07T17:35:39.926" v="711" actId="1076"/>
          <ac:picMkLst>
            <pc:docMk/>
            <pc:sldMk cId="1606978373" sldId="428"/>
            <ac:picMk id="7" creationId="{E83E02DB-88EC-EAB3-16EC-9D535BBC9B46}"/>
          </ac:picMkLst>
        </pc:picChg>
        <pc:picChg chg="del">
          <ac:chgData name="Ronan Ogor" userId="473d6ea9-be06-4609-b78d-125cc115ecf4" providerId="ADAL" clId="{B561F487-D44B-4102-99BC-5E6CD2D241BF}" dt="2025-12-07T17:34:49.015" v="676" actId="478"/>
          <ac:picMkLst>
            <pc:docMk/>
            <pc:sldMk cId="1606978373" sldId="428"/>
            <ac:picMk id="19" creationId="{00000000-0000-0000-0000-000000000000}"/>
          </ac:picMkLst>
        </pc:picChg>
      </pc:sldChg>
      <pc:sldChg chg="delSp add del mod">
        <pc:chgData name="Ronan Ogor" userId="473d6ea9-be06-4609-b78d-125cc115ecf4" providerId="ADAL" clId="{B561F487-D44B-4102-99BC-5E6CD2D241BF}" dt="2025-12-07T17:37:47.310" v="725" actId="47"/>
        <pc:sldMkLst>
          <pc:docMk/>
          <pc:sldMk cId="1180724928" sldId="435"/>
        </pc:sldMkLst>
        <pc:spChg chg="del">
          <ac:chgData name="Ronan Ogor" userId="473d6ea9-be06-4609-b78d-125cc115ecf4" providerId="ADAL" clId="{B561F487-D44B-4102-99BC-5E6CD2D241BF}" dt="2025-12-07T17:36:48.255" v="721" actId="478"/>
          <ac:spMkLst>
            <pc:docMk/>
            <pc:sldMk cId="1180724928" sldId="435"/>
            <ac:spMk id="15" creationId="{55F00C34-BAA4-4D57-BEB1-F045FCAF06AD}"/>
          </ac:spMkLst>
        </pc:spChg>
        <pc:picChg chg="del">
          <ac:chgData name="Ronan Ogor" userId="473d6ea9-be06-4609-b78d-125cc115ecf4" providerId="ADAL" clId="{B561F487-D44B-4102-99BC-5E6CD2D241BF}" dt="2025-12-07T17:36:48.255" v="721" actId="478"/>
          <ac:picMkLst>
            <pc:docMk/>
            <pc:sldMk cId="1180724928" sldId="435"/>
            <ac:picMk id="14" creationId="{936432C5-C823-40FD-95A6-AC18FEBDEFBB}"/>
          </ac:picMkLst>
        </pc:picChg>
      </pc:sldChg>
      <pc:sldChg chg="delSp add del mod">
        <pc:chgData name="Ronan Ogor" userId="473d6ea9-be06-4609-b78d-125cc115ecf4" providerId="ADAL" clId="{B561F487-D44B-4102-99BC-5E6CD2D241BF}" dt="2025-12-07T17:37:47.310" v="725" actId="47"/>
        <pc:sldMkLst>
          <pc:docMk/>
          <pc:sldMk cId="3042518743" sldId="436"/>
        </pc:sldMkLst>
        <pc:spChg chg="del">
          <ac:chgData name="Ronan Ogor" userId="473d6ea9-be06-4609-b78d-125cc115ecf4" providerId="ADAL" clId="{B561F487-D44B-4102-99BC-5E6CD2D241BF}" dt="2025-12-07T17:36:49.942" v="722" actId="478"/>
          <ac:spMkLst>
            <pc:docMk/>
            <pc:sldMk cId="3042518743" sldId="436"/>
            <ac:spMk id="15" creationId="{55F00C34-BAA4-4D57-BEB1-F045FCAF06AD}"/>
          </ac:spMkLst>
        </pc:spChg>
        <pc:picChg chg="del">
          <ac:chgData name="Ronan Ogor" userId="473d6ea9-be06-4609-b78d-125cc115ecf4" providerId="ADAL" clId="{B561F487-D44B-4102-99BC-5E6CD2D241BF}" dt="2025-12-07T17:36:49.942" v="722" actId="478"/>
          <ac:picMkLst>
            <pc:docMk/>
            <pc:sldMk cId="3042518743" sldId="436"/>
            <ac:picMk id="14" creationId="{936432C5-C823-40FD-95A6-AC18FEBDEFBB}"/>
          </ac:picMkLst>
        </pc:picChg>
      </pc:sldChg>
      <pc:sldChg chg="delSp add del mod">
        <pc:chgData name="Ronan Ogor" userId="473d6ea9-be06-4609-b78d-125cc115ecf4" providerId="ADAL" clId="{B561F487-D44B-4102-99BC-5E6CD2D241BF}" dt="2025-12-07T17:37:47.310" v="725" actId="47"/>
        <pc:sldMkLst>
          <pc:docMk/>
          <pc:sldMk cId="3421111699" sldId="437"/>
        </pc:sldMkLst>
        <pc:spChg chg="del">
          <ac:chgData name="Ronan Ogor" userId="473d6ea9-be06-4609-b78d-125cc115ecf4" providerId="ADAL" clId="{B561F487-D44B-4102-99BC-5E6CD2D241BF}" dt="2025-12-07T17:36:45.559" v="719" actId="478"/>
          <ac:spMkLst>
            <pc:docMk/>
            <pc:sldMk cId="3421111699" sldId="437"/>
            <ac:spMk id="15" creationId="{55F00C34-BAA4-4D57-BEB1-F045FCAF06AD}"/>
          </ac:spMkLst>
        </pc:spChg>
        <pc:picChg chg="del">
          <ac:chgData name="Ronan Ogor" userId="473d6ea9-be06-4609-b78d-125cc115ecf4" providerId="ADAL" clId="{B561F487-D44B-4102-99BC-5E6CD2D241BF}" dt="2025-12-07T17:36:46.388" v="720" actId="478"/>
          <ac:picMkLst>
            <pc:docMk/>
            <pc:sldMk cId="3421111699" sldId="437"/>
            <ac:picMk id="14" creationId="{936432C5-C823-40FD-95A6-AC18FEBDEFBB}"/>
          </ac:picMkLst>
        </pc:picChg>
      </pc:sldChg>
      <pc:sldChg chg="add">
        <pc:chgData name="Ronan Ogor" userId="473d6ea9-be06-4609-b78d-125cc115ecf4" providerId="ADAL" clId="{B561F487-D44B-4102-99BC-5E6CD2D241BF}" dt="2025-12-07T16:22:48.512" v="48"/>
        <pc:sldMkLst>
          <pc:docMk/>
          <pc:sldMk cId="2322379885" sldId="440"/>
        </pc:sldMkLst>
      </pc:sldChg>
      <pc:sldChg chg="modSp add mod">
        <pc:chgData name="Ronan Ogor" userId="473d6ea9-be06-4609-b78d-125cc115ecf4" providerId="ADAL" clId="{B561F487-D44B-4102-99BC-5E6CD2D241BF}" dt="2025-12-07T17:22:26.398" v="400" actId="1076"/>
        <pc:sldMkLst>
          <pc:docMk/>
          <pc:sldMk cId="341423412" sldId="569"/>
        </pc:sldMkLst>
        <pc:spChg chg="mod">
          <ac:chgData name="Ronan Ogor" userId="473d6ea9-be06-4609-b78d-125cc115ecf4" providerId="ADAL" clId="{B561F487-D44B-4102-99BC-5E6CD2D241BF}" dt="2025-12-07T17:22:26.398" v="400" actId="1076"/>
          <ac:spMkLst>
            <pc:docMk/>
            <pc:sldMk cId="341423412" sldId="569"/>
            <ac:spMk id="8" creationId="{E5CED27D-5F6A-4AF7-A211-DEFE66994679}"/>
          </ac:spMkLst>
        </pc:spChg>
        <pc:cxnChg chg="mod">
          <ac:chgData name="Ronan Ogor" userId="473d6ea9-be06-4609-b78d-125cc115ecf4" providerId="ADAL" clId="{B561F487-D44B-4102-99BC-5E6CD2D241BF}" dt="2025-12-07T17:22:26.398" v="400" actId="1076"/>
          <ac:cxnSpMkLst>
            <pc:docMk/>
            <pc:sldMk cId="341423412" sldId="569"/>
            <ac:cxnSpMk id="9" creationId="{F0C59C28-8770-43B1-B449-FE617AACC999}"/>
          </ac:cxnSpMkLst>
        </pc:cxnChg>
      </pc:sldChg>
      <pc:sldChg chg="modSp add mod">
        <pc:chgData name="Ronan Ogor" userId="473d6ea9-be06-4609-b78d-125cc115ecf4" providerId="ADAL" clId="{B561F487-D44B-4102-99BC-5E6CD2D241BF}" dt="2025-12-07T16:31:42.318" v="262" actId="404"/>
        <pc:sldMkLst>
          <pc:docMk/>
          <pc:sldMk cId="3406956840" sldId="570"/>
        </pc:sldMkLst>
        <pc:spChg chg="mod">
          <ac:chgData name="Ronan Ogor" userId="473d6ea9-be06-4609-b78d-125cc115ecf4" providerId="ADAL" clId="{B561F487-D44B-4102-99BC-5E6CD2D241BF}" dt="2025-12-07T16:31:42.318" v="262" actId="404"/>
          <ac:spMkLst>
            <pc:docMk/>
            <pc:sldMk cId="3406956840" sldId="570"/>
            <ac:spMk id="5" creationId="{1A451B74-92F0-4DFB-B38A-FACEAED8955F}"/>
          </ac:spMkLst>
        </pc:spChg>
        <pc:spChg chg="mod">
          <ac:chgData name="Ronan Ogor" userId="473d6ea9-be06-4609-b78d-125cc115ecf4" providerId="ADAL" clId="{B561F487-D44B-4102-99BC-5E6CD2D241BF}" dt="2025-12-07T16:31:42.318" v="262" actId="404"/>
          <ac:spMkLst>
            <pc:docMk/>
            <pc:sldMk cId="3406956840" sldId="570"/>
            <ac:spMk id="6" creationId="{D199077A-36D1-4986-9611-C3AEFB7FE7AA}"/>
          </ac:spMkLst>
        </pc:spChg>
        <pc:spChg chg="mod">
          <ac:chgData name="Ronan Ogor" userId="473d6ea9-be06-4609-b78d-125cc115ecf4" providerId="ADAL" clId="{B561F487-D44B-4102-99BC-5E6CD2D241BF}" dt="2025-12-07T16:31:42.318" v="262" actId="404"/>
          <ac:spMkLst>
            <pc:docMk/>
            <pc:sldMk cId="3406956840" sldId="570"/>
            <ac:spMk id="7" creationId="{AC508485-A07B-42EB-89CB-6D248B62B41A}"/>
          </ac:spMkLst>
        </pc:spChg>
        <pc:spChg chg="mod">
          <ac:chgData name="Ronan Ogor" userId="473d6ea9-be06-4609-b78d-125cc115ecf4" providerId="ADAL" clId="{B561F487-D44B-4102-99BC-5E6CD2D241BF}" dt="2025-12-07T16:31:42.318" v="262" actId="404"/>
          <ac:spMkLst>
            <pc:docMk/>
            <pc:sldMk cId="3406956840" sldId="570"/>
            <ac:spMk id="8" creationId="{EBA11238-52BB-438F-833D-3D041802F863}"/>
          </ac:spMkLst>
        </pc:spChg>
        <pc:spChg chg="mod">
          <ac:chgData name="Ronan Ogor" userId="473d6ea9-be06-4609-b78d-125cc115ecf4" providerId="ADAL" clId="{B561F487-D44B-4102-99BC-5E6CD2D241BF}" dt="2025-12-07T16:31:42.318" v="262" actId="404"/>
          <ac:spMkLst>
            <pc:docMk/>
            <pc:sldMk cId="3406956840" sldId="570"/>
            <ac:spMk id="9" creationId="{2A72E37B-1E1A-4D04-9682-ACEB6A3F8120}"/>
          </ac:spMkLst>
        </pc:spChg>
        <pc:spChg chg="mod">
          <ac:chgData name="Ronan Ogor" userId="473d6ea9-be06-4609-b78d-125cc115ecf4" providerId="ADAL" clId="{B561F487-D44B-4102-99BC-5E6CD2D241BF}" dt="2025-12-07T16:31:42.318" v="262" actId="404"/>
          <ac:spMkLst>
            <pc:docMk/>
            <pc:sldMk cId="3406956840" sldId="570"/>
            <ac:spMk id="10" creationId="{109D1860-092F-44A3-88DC-22E2ABCA5BC8}"/>
          </ac:spMkLst>
        </pc:spChg>
        <pc:spChg chg="mod">
          <ac:chgData name="Ronan Ogor" userId="473d6ea9-be06-4609-b78d-125cc115ecf4" providerId="ADAL" clId="{B561F487-D44B-4102-99BC-5E6CD2D241BF}" dt="2025-12-07T16:31:33.651" v="256" actId="404"/>
          <ac:spMkLst>
            <pc:docMk/>
            <pc:sldMk cId="3406956840" sldId="570"/>
            <ac:spMk id="11" creationId="{2FD99C51-A0AA-4E39-9183-C7E419B0C990}"/>
          </ac:spMkLst>
        </pc:spChg>
      </pc:sldChg>
      <pc:sldChg chg="modSp add mod">
        <pc:chgData name="Ronan Ogor" userId="473d6ea9-be06-4609-b78d-125cc115ecf4" providerId="ADAL" clId="{B561F487-D44B-4102-99BC-5E6CD2D241BF}" dt="2025-12-07T16:31:29.864" v="255" actId="404"/>
        <pc:sldMkLst>
          <pc:docMk/>
          <pc:sldMk cId="744802457" sldId="575"/>
        </pc:sldMkLst>
        <pc:spChg chg="mod">
          <ac:chgData name="Ronan Ogor" userId="473d6ea9-be06-4609-b78d-125cc115ecf4" providerId="ADAL" clId="{B561F487-D44B-4102-99BC-5E6CD2D241BF}" dt="2025-12-07T16:31:29.864" v="255" actId="404"/>
          <ac:spMkLst>
            <pc:docMk/>
            <pc:sldMk cId="744802457" sldId="575"/>
            <ac:spMk id="14" creationId="{7C81902B-B801-450D-9DD6-F8EF5BBEC578}"/>
          </ac:spMkLst>
        </pc:spChg>
        <pc:spChg chg="mod">
          <ac:chgData name="Ronan Ogor" userId="473d6ea9-be06-4609-b78d-125cc115ecf4" providerId="ADAL" clId="{B561F487-D44B-4102-99BC-5E6CD2D241BF}" dt="2025-12-07T16:31:29.864" v="255" actId="404"/>
          <ac:spMkLst>
            <pc:docMk/>
            <pc:sldMk cId="744802457" sldId="575"/>
            <ac:spMk id="26" creationId="{B5E0EA79-3619-4F07-A0BD-504D6DF07CD0}"/>
          </ac:spMkLst>
        </pc:spChg>
        <pc:spChg chg="mod">
          <ac:chgData name="Ronan Ogor" userId="473d6ea9-be06-4609-b78d-125cc115ecf4" providerId="ADAL" clId="{B561F487-D44B-4102-99BC-5E6CD2D241BF}" dt="2025-12-07T16:31:29.864" v="255" actId="404"/>
          <ac:spMkLst>
            <pc:docMk/>
            <pc:sldMk cId="744802457" sldId="575"/>
            <ac:spMk id="27" creationId="{C6725679-1CB3-4856-9730-A1FE48713153}"/>
          </ac:spMkLst>
        </pc:spChg>
        <pc:picChg chg="mod">
          <ac:chgData name="Ronan Ogor" userId="473d6ea9-be06-4609-b78d-125cc115ecf4" providerId="ADAL" clId="{B561F487-D44B-4102-99BC-5E6CD2D241BF}" dt="2025-12-07T16:31:21.712" v="254" actId="1076"/>
          <ac:picMkLst>
            <pc:docMk/>
            <pc:sldMk cId="744802457" sldId="575"/>
            <ac:picMk id="23" creationId="{C9DF6671-E5B4-4938-A29A-1827DE3C6331}"/>
          </ac:picMkLst>
        </pc:picChg>
      </pc:sldChg>
      <pc:sldChg chg="modSp add mod">
        <pc:chgData name="Ronan Ogor" userId="473d6ea9-be06-4609-b78d-125cc115ecf4" providerId="ADAL" clId="{B561F487-D44B-4102-99BC-5E6CD2D241BF}" dt="2025-12-07T16:31:57.865" v="265" actId="1076"/>
        <pc:sldMkLst>
          <pc:docMk/>
          <pc:sldMk cId="1936597656" sldId="577"/>
        </pc:sldMkLst>
        <pc:spChg chg="mod">
          <ac:chgData name="Ronan Ogor" userId="473d6ea9-be06-4609-b78d-125cc115ecf4" providerId="ADAL" clId="{B561F487-D44B-4102-99BC-5E6CD2D241BF}" dt="2025-12-07T16:31:57.865" v="265" actId="1076"/>
          <ac:spMkLst>
            <pc:docMk/>
            <pc:sldMk cId="1936597656" sldId="577"/>
            <ac:spMk id="11" creationId="{2FD99C51-A0AA-4E39-9183-C7E419B0C990}"/>
          </ac:spMkLst>
        </pc:spChg>
        <pc:spChg chg="mod">
          <ac:chgData name="Ronan Ogor" userId="473d6ea9-be06-4609-b78d-125cc115ecf4" providerId="ADAL" clId="{B561F487-D44B-4102-99BC-5E6CD2D241BF}" dt="2025-12-07T16:31:57.865" v="265" actId="1076"/>
          <ac:spMkLst>
            <pc:docMk/>
            <pc:sldMk cId="1936597656" sldId="577"/>
            <ac:spMk id="12" creationId="{54CEB7D7-BA0B-42F6-8EF7-BD9E2917A87E}"/>
          </ac:spMkLst>
        </pc:spChg>
        <pc:spChg chg="mod">
          <ac:chgData name="Ronan Ogor" userId="473d6ea9-be06-4609-b78d-125cc115ecf4" providerId="ADAL" clId="{B561F487-D44B-4102-99BC-5E6CD2D241BF}" dt="2025-12-07T16:31:57.865" v="265" actId="1076"/>
          <ac:spMkLst>
            <pc:docMk/>
            <pc:sldMk cId="1936597656" sldId="577"/>
            <ac:spMk id="15" creationId="{3535D213-1FA4-4CAD-95F1-4E563C289159}"/>
          </ac:spMkLst>
        </pc:spChg>
        <pc:spChg chg="mod">
          <ac:chgData name="Ronan Ogor" userId="473d6ea9-be06-4609-b78d-125cc115ecf4" providerId="ADAL" clId="{B561F487-D44B-4102-99BC-5E6CD2D241BF}" dt="2025-12-07T16:31:57.865" v="265" actId="1076"/>
          <ac:spMkLst>
            <pc:docMk/>
            <pc:sldMk cId="1936597656" sldId="577"/>
            <ac:spMk id="17" creationId="{AA5D7489-CBA8-45B7-B9FA-0696242A7395}"/>
          </ac:spMkLst>
        </pc:spChg>
        <pc:spChg chg="mod">
          <ac:chgData name="Ronan Ogor" userId="473d6ea9-be06-4609-b78d-125cc115ecf4" providerId="ADAL" clId="{B561F487-D44B-4102-99BC-5E6CD2D241BF}" dt="2025-12-07T16:31:57.865" v="265" actId="1076"/>
          <ac:spMkLst>
            <pc:docMk/>
            <pc:sldMk cId="1936597656" sldId="577"/>
            <ac:spMk id="18" creationId="{7229AD6D-5B73-4AC6-A282-25F0B1170F0E}"/>
          </ac:spMkLst>
        </pc:spChg>
        <pc:spChg chg="mod">
          <ac:chgData name="Ronan Ogor" userId="473d6ea9-be06-4609-b78d-125cc115ecf4" providerId="ADAL" clId="{B561F487-D44B-4102-99BC-5E6CD2D241BF}" dt="2025-12-07T16:31:57.865" v="265" actId="1076"/>
          <ac:spMkLst>
            <pc:docMk/>
            <pc:sldMk cId="1936597656" sldId="577"/>
            <ac:spMk id="19" creationId="{14985841-FA74-4F69-9155-6A87E0B777FF}"/>
          </ac:spMkLst>
        </pc:spChg>
        <pc:spChg chg="mod">
          <ac:chgData name="Ronan Ogor" userId="473d6ea9-be06-4609-b78d-125cc115ecf4" providerId="ADAL" clId="{B561F487-D44B-4102-99BC-5E6CD2D241BF}" dt="2025-12-07T16:31:57.865" v="265" actId="1076"/>
          <ac:spMkLst>
            <pc:docMk/>
            <pc:sldMk cId="1936597656" sldId="577"/>
            <ac:spMk id="20" creationId="{C0A33F8C-F89A-4501-ACC1-1A41BCE52D20}"/>
          </ac:spMkLst>
        </pc:spChg>
      </pc:sldChg>
      <pc:sldChg chg="modSp add mod">
        <pc:chgData name="Ronan Ogor" userId="473d6ea9-be06-4609-b78d-125cc115ecf4" providerId="ADAL" clId="{B561F487-D44B-4102-99BC-5E6CD2D241BF}" dt="2025-12-07T16:32:08.535" v="267" actId="404"/>
        <pc:sldMkLst>
          <pc:docMk/>
          <pc:sldMk cId="3899196770" sldId="578"/>
        </pc:sldMkLst>
        <pc:spChg chg="mod">
          <ac:chgData name="Ronan Ogor" userId="473d6ea9-be06-4609-b78d-125cc115ecf4" providerId="ADAL" clId="{B561F487-D44B-4102-99BC-5E6CD2D241BF}" dt="2025-12-07T16:32:08.535" v="267" actId="404"/>
          <ac:spMkLst>
            <pc:docMk/>
            <pc:sldMk cId="3899196770" sldId="578"/>
            <ac:spMk id="8" creationId="{EBA11238-52BB-438F-833D-3D041802F863}"/>
          </ac:spMkLst>
        </pc:spChg>
        <pc:spChg chg="mod">
          <ac:chgData name="Ronan Ogor" userId="473d6ea9-be06-4609-b78d-125cc115ecf4" providerId="ADAL" clId="{B561F487-D44B-4102-99BC-5E6CD2D241BF}" dt="2025-12-07T16:32:08.535" v="267" actId="404"/>
          <ac:spMkLst>
            <pc:docMk/>
            <pc:sldMk cId="3899196770" sldId="578"/>
            <ac:spMk id="11" creationId="{2FD99C51-A0AA-4E39-9183-C7E419B0C990}"/>
          </ac:spMkLst>
        </pc:spChg>
        <pc:spChg chg="mod">
          <ac:chgData name="Ronan Ogor" userId="473d6ea9-be06-4609-b78d-125cc115ecf4" providerId="ADAL" clId="{B561F487-D44B-4102-99BC-5E6CD2D241BF}" dt="2025-12-07T16:32:08.535" v="267" actId="404"/>
          <ac:spMkLst>
            <pc:docMk/>
            <pc:sldMk cId="3899196770" sldId="578"/>
            <ac:spMk id="13" creationId="{276EB696-808F-49C3-8F53-E4AC9E84EE23}"/>
          </ac:spMkLst>
        </pc:spChg>
        <pc:spChg chg="mod">
          <ac:chgData name="Ronan Ogor" userId="473d6ea9-be06-4609-b78d-125cc115ecf4" providerId="ADAL" clId="{B561F487-D44B-4102-99BC-5E6CD2D241BF}" dt="2025-12-07T16:32:08.535" v="267" actId="404"/>
          <ac:spMkLst>
            <pc:docMk/>
            <pc:sldMk cId="3899196770" sldId="578"/>
            <ac:spMk id="14" creationId="{553017C4-EC7F-4290-B059-925066855002}"/>
          </ac:spMkLst>
        </pc:spChg>
        <pc:spChg chg="mod">
          <ac:chgData name="Ronan Ogor" userId="473d6ea9-be06-4609-b78d-125cc115ecf4" providerId="ADAL" clId="{B561F487-D44B-4102-99BC-5E6CD2D241BF}" dt="2025-12-07T16:32:08.535" v="267" actId="404"/>
          <ac:spMkLst>
            <pc:docMk/>
            <pc:sldMk cId="3899196770" sldId="578"/>
            <ac:spMk id="17" creationId="{2027F642-E9CA-4526-9585-5958554FF755}"/>
          </ac:spMkLst>
        </pc:spChg>
        <pc:spChg chg="mod">
          <ac:chgData name="Ronan Ogor" userId="473d6ea9-be06-4609-b78d-125cc115ecf4" providerId="ADAL" clId="{B561F487-D44B-4102-99BC-5E6CD2D241BF}" dt="2025-12-07T16:32:08.535" v="267" actId="404"/>
          <ac:spMkLst>
            <pc:docMk/>
            <pc:sldMk cId="3899196770" sldId="578"/>
            <ac:spMk id="18" creationId="{9DFA9806-24FF-4D01-90A9-7D760A2BDE2B}"/>
          </ac:spMkLst>
        </pc:spChg>
        <pc:spChg chg="mod">
          <ac:chgData name="Ronan Ogor" userId="473d6ea9-be06-4609-b78d-125cc115ecf4" providerId="ADAL" clId="{B561F487-D44B-4102-99BC-5E6CD2D241BF}" dt="2025-12-07T16:32:08.535" v="267" actId="404"/>
          <ac:spMkLst>
            <pc:docMk/>
            <pc:sldMk cId="3899196770" sldId="578"/>
            <ac:spMk id="22" creationId="{379CF1A4-A532-4588-A9C0-E1A10F886326}"/>
          </ac:spMkLst>
        </pc:spChg>
      </pc:sldChg>
      <pc:sldChg chg="addSp delSp modSp add mod setBg">
        <pc:chgData name="Ronan Ogor" userId="473d6ea9-be06-4609-b78d-125cc115ecf4" providerId="ADAL" clId="{B561F487-D44B-4102-99BC-5E6CD2D241BF}" dt="2025-12-07T16:35:21.077" v="356" actId="404"/>
        <pc:sldMkLst>
          <pc:docMk/>
          <pc:sldMk cId="1056407188" sldId="579"/>
        </pc:sldMkLst>
        <pc:spChg chg="add mod">
          <ac:chgData name="Ronan Ogor" userId="473d6ea9-be06-4609-b78d-125cc115ecf4" providerId="ADAL" clId="{B561F487-D44B-4102-99BC-5E6CD2D241BF}" dt="2025-12-07T16:35:21.077" v="356" actId="404"/>
          <ac:spMkLst>
            <pc:docMk/>
            <pc:sldMk cId="1056407188" sldId="579"/>
            <ac:spMk id="2" creationId="{CFA90B9E-7613-8667-73D7-697FF1488D4A}"/>
          </ac:spMkLst>
        </pc:spChg>
        <pc:spChg chg="del">
          <ac:chgData name="Ronan Ogor" userId="473d6ea9-be06-4609-b78d-125cc115ecf4" providerId="ADAL" clId="{B561F487-D44B-4102-99BC-5E6CD2D241BF}" dt="2025-12-07T16:35:15.953" v="353" actId="478"/>
          <ac:spMkLst>
            <pc:docMk/>
            <pc:sldMk cId="1056407188" sldId="579"/>
            <ac:spMk id="101" creationId="{00000000-0000-0000-0000-000000000000}"/>
          </ac:spMkLst>
        </pc:spChg>
      </pc:sldChg>
      <pc:sldChg chg="add">
        <pc:chgData name="Ronan Ogor" userId="473d6ea9-be06-4609-b78d-125cc115ecf4" providerId="ADAL" clId="{B561F487-D44B-4102-99BC-5E6CD2D241BF}" dt="2025-12-07T16:22:48.512" v="48"/>
        <pc:sldMkLst>
          <pc:docMk/>
          <pc:sldMk cId="1428468045" sldId="580"/>
        </pc:sldMkLst>
      </pc:sldChg>
      <pc:sldChg chg="modSp add mod">
        <pc:chgData name="Ronan Ogor" userId="473d6ea9-be06-4609-b78d-125cc115ecf4" providerId="ADAL" clId="{B561F487-D44B-4102-99BC-5E6CD2D241BF}" dt="2025-12-07T16:33:09.428" v="311" actId="20577"/>
        <pc:sldMkLst>
          <pc:docMk/>
          <pc:sldMk cId="1064586442" sldId="581"/>
        </pc:sldMkLst>
        <pc:spChg chg="mod">
          <ac:chgData name="Ronan Ogor" userId="473d6ea9-be06-4609-b78d-125cc115ecf4" providerId="ADAL" clId="{B561F487-D44B-4102-99BC-5E6CD2D241BF}" dt="2025-12-07T16:32:58.421" v="292" actId="20577"/>
          <ac:spMkLst>
            <pc:docMk/>
            <pc:sldMk cId="1064586442" sldId="581"/>
            <ac:spMk id="2" creationId="{86462805-6D8B-473E-92F7-BDC049987B5E}"/>
          </ac:spMkLst>
        </pc:spChg>
        <pc:spChg chg="mod">
          <ac:chgData name="Ronan Ogor" userId="473d6ea9-be06-4609-b78d-125cc115ecf4" providerId="ADAL" clId="{B561F487-D44B-4102-99BC-5E6CD2D241BF}" dt="2025-12-07T16:33:09.428" v="311" actId="20577"/>
          <ac:spMkLst>
            <pc:docMk/>
            <pc:sldMk cId="1064586442" sldId="581"/>
            <ac:spMk id="31" creationId="{86F6A7A8-4D5B-498D-99AC-285BF661D152}"/>
          </ac:spMkLst>
        </pc:spChg>
      </pc:sldChg>
      <pc:sldChg chg="modSp add mod">
        <pc:chgData name="Ronan Ogor" userId="473d6ea9-be06-4609-b78d-125cc115ecf4" providerId="ADAL" clId="{B561F487-D44B-4102-99BC-5E6CD2D241BF}" dt="2025-12-07T16:33:21.028" v="313" actId="20577"/>
        <pc:sldMkLst>
          <pc:docMk/>
          <pc:sldMk cId="1801428522" sldId="582"/>
        </pc:sldMkLst>
        <pc:spChg chg="mod">
          <ac:chgData name="Ronan Ogor" userId="473d6ea9-be06-4609-b78d-125cc115ecf4" providerId="ADAL" clId="{B561F487-D44B-4102-99BC-5E6CD2D241BF}" dt="2025-12-07T16:32:54.804" v="286" actId="20577"/>
          <ac:spMkLst>
            <pc:docMk/>
            <pc:sldMk cId="1801428522" sldId="582"/>
            <ac:spMk id="2" creationId="{86462805-6D8B-473E-92F7-BDC049987B5E}"/>
          </ac:spMkLst>
        </pc:spChg>
        <pc:spChg chg="mod">
          <ac:chgData name="Ronan Ogor" userId="473d6ea9-be06-4609-b78d-125cc115ecf4" providerId="ADAL" clId="{B561F487-D44B-4102-99BC-5E6CD2D241BF}" dt="2025-12-07T16:33:21.028" v="313" actId="20577"/>
          <ac:spMkLst>
            <pc:docMk/>
            <pc:sldMk cId="1801428522" sldId="582"/>
            <ac:spMk id="31" creationId="{86F6A7A8-4D5B-498D-99AC-285BF661D152}"/>
          </ac:spMkLst>
        </pc:spChg>
      </pc:sldChg>
      <pc:sldChg chg="add">
        <pc:chgData name="Ronan Ogor" userId="473d6ea9-be06-4609-b78d-125cc115ecf4" providerId="ADAL" clId="{B561F487-D44B-4102-99BC-5E6CD2D241BF}" dt="2025-12-07T16:22:48.512" v="48"/>
        <pc:sldMkLst>
          <pc:docMk/>
          <pc:sldMk cId="3625249898" sldId="583"/>
        </pc:sldMkLst>
      </pc:sldChg>
      <pc:sldChg chg="add">
        <pc:chgData name="Ronan Ogor" userId="473d6ea9-be06-4609-b78d-125cc115ecf4" providerId="ADAL" clId="{B561F487-D44B-4102-99BC-5E6CD2D241BF}" dt="2025-12-07T16:22:48.512" v="48"/>
        <pc:sldMkLst>
          <pc:docMk/>
          <pc:sldMk cId="3857677884" sldId="584"/>
        </pc:sldMkLst>
      </pc:sldChg>
      <pc:sldChg chg="modSp add mod setBg">
        <pc:chgData name="Ronan Ogor" userId="473d6ea9-be06-4609-b78d-125cc115ecf4" providerId="ADAL" clId="{B561F487-D44B-4102-99BC-5E6CD2D241BF}" dt="2025-12-07T17:28:46.773" v="517" actId="20577"/>
        <pc:sldMkLst>
          <pc:docMk/>
          <pc:sldMk cId="0" sldId="585"/>
        </pc:sldMkLst>
        <pc:spChg chg="mod">
          <ac:chgData name="Ronan Ogor" userId="473d6ea9-be06-4609-b78d-125cc115ecf4" providerId="ADAL" clId="{B561F487-D44B-4102-99BC-5E6CD2D241BF}" dt="2025-12-07T17:28:46.773" v="517" actId="20577"/>
          <ac:spMkLst>
            <pc:docMk/>
            <pc:sldMk cId="0" sldId="585"/>
            <ac:spMk id="6" creationId="{9D43AF2A-32D7-43A8-827E-2C1F002C00E7}"/>
          </ac:spMkLst>
        </pc:spChg>
        <pc:spChg chg="mod">
          <ac:chgData name="Ronan Ogor" userId="473d6ea9-be06-4609-b78d-125cc115ecf4" providerId="ADAL" clId="{B561F487-D44B-4102-99BC-5E6CD2D241BF}" dt="2025-12-07T16:23:22.773" v="79" actId="1076"/>
          <ac:spMkLst>
            <pc:docMk/>
            <pc:sldMk cId="0" sldId="585"/>
            <ac:spMk id="98" creationId="{00000000-0000-0000-0000-000000000000}"/>
          </ac:spMkLst>
        </pc:spChg>
      </pc:sldChg>
      <pc:sldChg chg="addSp modSp new mod ord">
        <pc:chgData name="Ronan Ogor" userId="473d6ea9-be06-4609-b78d-125cc115ecf4" providerId="ADAL" clId="{B561F487-D44B-4102-99BC-5E6CD2D241BF}" dt="2025-12-07T17:23:33.027" v="490" actId="1076"/>
        <pc:sldMkLst>
          <pc:docMk/>
          <pc:sldMk cId="1072019430" sldId="586"/>
        </pc:sldMkLst>
        <pc:spChg chg="add mod">
          <ac:chgData name="Ronan Ogor" userId="473d6ea9-be06-4609-b78d-125cc115ecf4" providerId="ADAL" clId="{B561F487-D44B-4102-99BC-5E6CD2D241BF}" dt="2025-12-07T17:20:48.833" v="379" actId="207"/>
          <ac:spMkLst>
            <pc:docMk/>
            <pc:sldMk cId="1072019430" sldId="586"/>
            <ac:spMk id="2" creationId="{BD7DE020-4E96-7A36-F3E3-6A4687D98C74}"/>
          </ac:spMkLst>
        </pc:spChg>
        <pc:spChg chg="add mod">
          <ac:chgData name="Ronan Ogor" userId="473d6ea9-be06-4609-b78d-125cc115ecf4" providerId="ADAL" clId="{B561F487-D44B-4102-99BC-5E6CD2D241BF}" dt="2025-12-07T17:20:51.982" v="380" actId="1076"/>
          <ac:spMkLst>
            <pc:docMk/>
            <pc:sldMk cId="1072019430" sldId="586"/>
            <ac:spMk id="3" creationId="{FACD311D-1E8B-3C45-E6B7-9B2EDAD9968F}"/>
          </ac:spMkLst>
        </pc:spChg>
        <pc:spChg chg="add mod">
          <ac:chgData name="Ronan Ogor" userId="473d6ea9-be06-4609-b78d-125cc115ecf4" providerId="ADAL" clId="{B561F487-D44B-4102-99BC-5E6CD2D241BF}" dt="2025-12-07T17:22:04.458" v="399" actId="1076"/>
          <ac:spMkLst>
            <pc:docMk/>
            <pc:sldMk cId="1072019430" sldId="586"/>
            <ac:spMk id="6" creationId="{4B941A12-7EB3-70F3-D1F2-A5479FAB1A3D}"/>
          </ac:spMkLst>
        </pc:spChg>
        <pc:spChg chg="add mod">
          <ac:chgData name="Ronan Ogor" userId="473d6ea9-be06-4609-b78d-125cc115ecf4" providerId="ADAL" clId="{B561F487-D44B-4102-99BC-5E6CD2D241BF}" dt="2025-12-07T17:23:12.856" v="481" actId="1076"/>
          <ac:spMkLst>
            <pc:docMk/>
            <pc:sldMk cId="1072019430" sldId="586"/>
            <ac:spMk id="7" creationId="{16900140-65B4-9130-FB40-810B91D4F410}"/>
          </ac:spMkLst>
        </pc:spChg>
        <pc:picChg chg="add mod modCrop">
          <ac:chgData name="Ronan Ogor" userId="473d6ea9-be06-4609-b78d-125cc115ecf4" providerId="ADAL" clId="{B561F487-D44B-4102-99BC-5E6CD2D241BF}" dt="2025-12-07T17:23:33.027" v="490" actId="1076"/>
          <ac:picMkLst>
            <pc:docMk/>
            <pc:sldMk cId="1072019430" sldId="586"/>
            <ac:picMk id="5" creationId="{1959B7DA-7578-8F90-4301-09BB47C091FD}"/>
          </ac:picMkLst>
        </pc:picChg>
        <pc:picChg chg="add mod">
          <ac:chgData name="Ronan Ogor" userId="473d6ea9-be06-4609-b78d-125cc115ecf4" providerId="ADAL" clId="{B561F487-D44B-4102-99BC-5E6CD2D241BF}" dt="2025-12-07T17:23:29.066" v="487" actId="14100"/>
          <ac:picMkLst>
            <pc:docMk/>
            <pc:sldMk cId="1072019430" sldId="586"/>
            <ac:picMk id="9" creationId="{C2C84689-BD20-E4A5-F386-43EA11AA4FEF}"/>
          </ac:picMkLst>
        </pc:picChg>
      </pc:sldChg>
      <pc:sldChg chg="delSp new del mod">
        <pc:chgData name="Ronan Ogor" userId="473d6ea9-be06-4609-b78d-125cc115ecf4" providerId="ADAL" clId="{B561F487-D44B-4102-99BC-5E6CD2D241BF}" dt="2025-12-07T17:36:41.765" v="718" actId="47"/>
        <pc:sldMkLst>
          <pc:docMk/>
          <pc:sldMk cId="723757810" sldId="587"/>
        </pc:sldMkLst>
        <pc:spChg chg="del">
          <ac:chgData name="Ronan Ogor" userId="473d6ea9-be06-4609-b78d-125cc115ecf4" providerId="ADAL" clId="{B561F487-D44B-4102-99BC-5E6CD2D241BF}" dt="2025-12-07T17:29:14.464" v="519" actId="478"/>
          <ac:spMkLst>
            <pc:docMk/>
            <pc:sldMk cId="723757810" sldId="587"/>
            <ac:spMk id="2" creationId="{0665A910-8CA1-BAE4-87E1-934686468C8A}"/>
          </ac:spMkLst>
        </pc:spChg>
        <pc:spChg chg="del">
          <ac:chgData name="Ronan Ogor" userId="473d6ea9-be06-4609-b78d-125cc115ecf4" providerId="ADAL" clId="{B561F487-D44B-4102-99BC-5E6CD2D241BF}" dt="2025-12-07T17:29:14.464" v="519" actId="478"/>
          <ac:spMkLst>
            <pc:docMk/>
            <pc:sldMk cId="723757810" sldId="587"/>
            <ac:spMk id="3" creationId="{1AD372A8-F259-2D44-4B46-B12C1174D50A}"/>
          </ac:spMkLst>
        </pc:spChg>
      </pc:sldChg>
      <pc:sldChg chg="add del">
        <pc:chgData name="Ronan Ogor" userId="473d6ea9-be06-4609-b78d-125cc115ecf4" providerId="ADAL" clId="{B561F487-D44B-4102-99BC-5E6CD2D241BF}" dt="2025-12-07T17:23:49.282" v="491" actId="47"/>
        <pc:sldMkLst>
          <pc:docMk/>
          <pc:sldMk cId="1855385164" sldId="587"/>
        </pc:sldMkLst>
      </pc:sldChg>
      <pc:sldChg chg="addSp delSp modSp add mod modAnim">
        <pc:chgData name="Ronan Ogor" userId="473d6ea9-be06-4609-b78d-125cc115ecf4" providerId="ADAL" clId="{B561F487-D44B-4102-99BC-5E6CD2D241BF}" dt="2025-12-07T17:45:09.708" v="846"/>
        <pc:sldMkLst>
          <pc:docMk/>
          <pc:sldMk cId="4198057941" sldId="587"/>
        </pc:sldMkLst>
        <pc:spChg chg="add mod">
          <ac:chgData name="Ronan Ogor" userId="473d6ea9-be06-4609-b78d-125cc115ecf4" providerId="ADAL" clId="{B561F487-D44B-4102-99BC-5E6CD2D241BF}" dt="2025-12-07T17:42:35.666" v="793" actId="1076"/>
          <ac:spMkLst>
            <pc:docMk/>
            <pc:sldMk cId="4198057941" sldId="587"/>
            <ac:spMk id="2" creationId="{EA2BF97A-3E1A-F3A3-1AAC-7E309B1CF68E}"/>
          </ac:spMkLst>
        </pc:spChg>
        <pc:spChg chg="add mod">
          <ac:chgData name="Ronan Ogor" userId="473d6ea9-be06-4609-b78d-125cc115ecf4" providerId="ADAL" clId="{B561F487-D44B-4102-99BC-5E6CD2D241BF}" dt="2025-12-07T17:42:53.092" v="797" actId="113"/>
          <ac:spMkLst>
            <pc:docMk/>
            <pc:sldMk cId="4198057941" sldId="587"/>
            <ac:spMk id="3" creationId="{4067E030-A2BA-B50A-A130-836C087494E8}"/>
          </ac:spMkLst>
        </pc:spChg>
        <pc:spChg chg="add mod">
          <ac:chgData name="Ronan Ogor" userId="473d6ea9-be06-4609-b78d-125cc115ecf4" providerId="ADAL" clId="{B561F487-D44B-4102-99BC-5E6CD2D241BF}" dt="2025-12-07T17:40:23.577" v="768"/>
          <ac:spMkLst>
            <pc:docMk/>
            <pc:sldMk cId="4198057941" sldId="587"/>
            <ac:spMk id="4" creationId="{4A2F0AEF-18E1-E2BD-388D-1F16E66DC0BA}"/>
          </ac:spMkLst>
        </pc:spChg>
        <pc:spChg chg="del">
          <ac:chgData name="Ronan Ogor" userId="473d6ea9-be06-4609-b78d-125cc115ecf4" providerId="ADAL" clId="{B561F487-D44B-4102-99BC-5E6CD2D241BF}" dt="2025-12-07T17:39:13.994" v="728" actId="478"/>
          <ac:spMkLst>
            <pc:docMk/>
            <pc:sldMk cId="4198057941" sldId="587"/>
            <ac:spMk id="5" creationId="{170B17E2-300C-0428-D8E1-B7BB69E02762}"/>
          </ac:spMkLst>
        </pc:spChg>
        <pc:spChg chg="add mod">
          <ac:chgData name="Ronan Ogor" userId="473d6ea9-be06-4609-b78d-125cc115ecf4" providerId="ADAL" clId="{B561F487-D44B-4102-99BC-5E6CD2D241BF}" dt="2025-12-07T17:42:27.343" v="790" actId="1076"/>
          <ac:spMkLst>
            <pc:docMk/>
            <pc:sldMk cId="4198057941" sldId="587"/>
            <ac:spMk id="8" creationId="{9B579060-F313-DC44-6746-8C4CB679E5BB}"/>
          </ac:spMkLst>
        </pc:spChg>
        <pc:spChg chg="add mod">
          <ac:chgData name="Ronan Ogor" userId="473d6ea9-be06-4609-b78d-125cc115ecf4" providerId="ADAL" clId="{B561F487-D44B-4102-99BC-5E6CD2D241BF}" dt="2025-12-07T17:42:22.351" v="789" actId="20577"/>
          <ac:spMkLst>
            <pc:docMk/>
            <pc:sldMk cId="4198057941" sldId="587"/>
            <ac:spMk id="9" creationId="{9CA4FBDB-A6F3-D01D-CC82-468697DB1FD2}"/>
          </ac:spMkLst>
        </pc:spChg>
        <pc:spChg chg="add mod">
          <ac:chgData name="Ronan Ogor" userId="473d6ea9-be06-4609-b78d-125cc115ecf4" providerId="ADAL" clId="{B561F487-D44B-4102-99BC-5E6CD2D241BF}" dt="2025-12-07T17:43:13.730" v="824" actId="1076"/>
          <ac:spMkLst>
            <pc:docMk/>
            <pc:sldMk cId="4198057941" sldId="587"/>
            <ac:spMk id="11" creationId="{CDCBF900-CE6A-8280-39A3-6D528E0E598B}"/>
          </ac:spMkLst>
        </pc:spChg>
        <pc:spChg chg="add mod">
          <ac:chgData name="Ronan Ogor" userId="473d6ea9-be06-4609-b78d-125cc115ecf4" providerId="ADAL" clId="{B561F487-D44B-4102-99BC-5E6CD2D241BF}" dt="2025-12-07T17:44:02.913" v="842" actId="313"/>
          <ac:spMkLst>
            <pc:docMk/>
            <pc:sldMk cId="4198057941" sldId="587"/>
            <ac:spMk id="12" creationId="{232A1FD9-62C7-5025-7F2C-ED68B35C2DDC}"/>
          </ac:spMkLst>
        </pc:spChg>
        <pc:spChg chg="mod">
          <ac:chgData name="Ronan Ogor" userId="473d6ea9-be06-4609-b78d-125cc115ecf4" providerId="ADAL" clId="{B561F487-D44B-4102-99BC-5E6CD2D241BF}" dt="2025-12-07T17:42:32.126" v="792" actId="207"/>
          <ac:spMkLst>
            <pc:docMk/>
            <pc:sldMk cId="4198057941" sldId="587"/>
            <ac:spMk id="14" creationId="{15A7BB32-16DE-6DEF-2AC4-46C6529A05CA}"/>
          </ac:spMkLst>
        </pc:spChg>
        <pc:cxnChg chg="add mod">
          <ac:chgData name="Ronan Ogor" userId="473d6ea9-be06-4609-b78d-125cc115ecf4" providerId="ADAL" clId="{B561F487-D44B-4102-99BC-5E6CD2D241BF}" dt="2025-12-07T17:41:31.800" v="778" actId="208"/>
          <ac:cxnSpMkLst>
            <pc:docMk/>
            <pc:sldMk cId="4198057941" sldId="587"/>
            <ac:cxnSpMk id="7" creationId="{FBBF608C-E885-25FD-F14F-37ED62AACCA7}"/>
          </ac:cxnSpMkLst>
        </pc:cxnChg>
        <pc:cxnChg chg="add mod">
          <ac:chgData name="Ronan Ogor" userId="473d6ea9-be06-4609-b78d-125cc115ecf4" providerId="ADAL" clId="{B561F487-D44B-4102-99BC-5E6CD2D241BF}" dt="2025-12-07T17:42:47.072" v="794" actId="571"/>
          <ac:cxnSpMkLst>
            <pc:docMk/>
            <pc:sldMk cId="4198057941" sldId="587"/>
            <ac:cxnSpMk id="10" creationId="{8671AAB2-D048-FD04-7563-B1F14A1A0A2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F39A5-AB1C-4D55-809E-63FF56202F34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043A9-BB72-4FFD-BD93-7EA4C89692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628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4F61A-904C-4097-8507-38B60486C0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77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4F61A-904C-4097-8507-38B60486C0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8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4F61A-904C-4097-8507-38B60486C0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23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4F61A-904C-4097-8507-38B60486C0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37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4F61A-904C-4097-8507-38B60486C0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48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4F61A-904C-4097-8507-38B60486C0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36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4F61A-904C-4097-8507-38B60486C0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07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2389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5880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8290-09D1-4C02-8587-C092F9391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A540B-A268-479A-AC70-BFEC9D80B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B1C46-B6DB-4228-A7B3-D798945C7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6428C-134C-44CB-B9AE-B3EE8E5F0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4A90A-87BA-4AEC-A062-6A328A3E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548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0B00-13DE-4943-97B0-C06DBF9F3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16CC9-408D-4E7D-A2DB-DE60695DD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A0FD4-4A2D-41D6-A6AD-34CB8424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00EAD-8DF1-44B7-991A-032640F8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B4BCF-BA88-4BFA-BB9A-1F03C4EF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497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7FA64-20AF-4C22-8AE8-1FCB7AC40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B86C7-4C37-4EE2-9726-F86EFA828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DFD38-901B-4662-B895-16FC9A72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A6F85-227E-4491-8243-91C19286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65D39-CBA2-42A8-8F2C-A8C85A6C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740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6558-521A-4B97-BC60-656A80016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275F5-5FDD-49F8-8D8B-01CC476F7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6329A-DD37-44E6-BDB5-74B9DEE44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8B529-E587-413D-92BC-37D851FB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D7F7D-F5A6-4064-B46D-064458A1A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585E9-0324-4062-BEE6-831F3BD80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536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DDA69-1353-42F4-8F9F-6A8D9F07C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09180-1EA1-4BD3-A47D-A0F04CAD5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A60B3-A8CC-483B-9EC4-8E3EE98DA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7B2AAA-8618-4DB5-A1B1-77BC37BB2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FB6BE5-2D4E-4BDD-BE36-35D51EA2E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2C9320-AC5F-4DA9-8C9D-081FDB8E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314272-3453-42FE-8C34-9AAE0510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3D27B-10A5-4771-BD2D-DFDDB8B5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7896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E47C-5773-4F02-A9AD-20AB36413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1540E-C27A-4B46-B232-D34AE77B7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E91FCD-EF21-42DE-898D-60E28CE6A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D0EED-E689-4EC8-A8FD-4F342404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4230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D7D54A-CCF1-44D1-A3B6-6CF68C99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6549E9-597D-469D-83E9-FFB49ADF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05E72-2BD9-4255-BA7A-084384D8A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89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FD675-8C51-4277-AB34-2CB9245EB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F3BCA-AB1F-486D-B279-F27F7D642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37F72-6F70-41E2-A476-C4156A4B0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9C42A-8E26-44CA-BD36-961D3B56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DEC16-6590-43AA-8A27-86964CD59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F0053-92D5-4D66-8AC3-1BE1FF56E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778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0165-B170-428A-B0F2-CBDD5B712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EC68D1-A5A4-44FA-80D1-BA411863B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53335-616E-4F95-AD49-228A59062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609BD-4BF0-4C0E-A8F4-D71C48C51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0C957-2808-4C58-B575-2A11C0411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E1D3D-250A-489D-B7E4-2AFDD110E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166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769E3-3585-41F7-9062-0B88FDBD0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5B2E2-CBE1-45C8-85C5-9C885237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6B3B0-D4FF-4CE8-93FD-A68C4E80D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9C8E7-972C-4006-96E9-C372762C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0064A-6AEB-4DA2-B014-6AA6897D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1767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0C1BC9-7A36-460A-BC37-86814C4D5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D2DD5-29AE-4BEB-B79F-900069C7C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8D0F4-260F-43F9-8899-617A542AC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802B0-9A8A-4DF1-8DB7-234D7AD94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3C039-4CA4-4ED0-9EA1-6531DCD14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5745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897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2EBEB9-4FF6-4D4C-ABAB-D7A519F5B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BB3DA-2DD5-45FD-8160-696F123BD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96A0A-BA94-431B-8D1E-F345B0370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D5BD7-1730-4067-A404-5EA2D4E3C7FF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7E793-2066-4E7D-A232-25C61B469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19E4-94E4-4457-B708-F7356FDC3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2560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examples.asp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leonam-silva-de-souza/pen/RwXZVQr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8.png"/><Relationship Id="rId7" Type="http://schemas.openxmlformats.org/officeDocument/2006/relationships/hyperlink" Target="https://www.w3schools.com/js/default.asp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urukultti.org/admin/notice/javascript.pdf" TargetMode="External"/><Relationship Id="rId5" Type="http://schemas.openxmlformats.org/officeDocument/2006/relationships/hyperlink" Target="https://www.integral-domain.org/lwilliams/mis462/JavaScript.pdf" TargetMode="External"/><Relationship Id="rId4" Type="http://schemas.openxmlformats.org/officeDocument/2006/relationships/hyperlink" Target="https://cstart.mines.edu/web/Day2/2-JavaScriptBasicSyntax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3498174" y="310655"/>
            <a:ext cx="519565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600"/>
              <a:buFont typeface="Open Sans"/>
              <a:buNone/>
            </a:pPr>
            <a:r>
              <a:rPr lang="en-US" sz="6000" b="1" i="0" u="none" strike="noStrike" cap="none" dirty="0">
                <a:solidFill>
                  <a:schemeClr val="bg1">
                    <a:lumMod val="6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WEB DESIGN</a:t>
            </a:r>
            <a:endParaRPr lang="en-US" sz="800" b="0" i="0" u="none" strike="noStrike" cap="none" dirty="0">
              <a:solidFill>
                <a:schemeClr val="bg1">
                  <a:lumMod val="6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243968" y="1370329"/>
            <a:ext cx="940482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Open Sans"/>
              <a:buNone/>
            </a:pPr>
            <a:r>
              <a:rPr lang="en-US" sz="60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W9 – </a:t>
            </a:r>
            <a:r>
              <a:rPr lang="en-US" sz="6000" b="1" i="0" u="none" strike="noStrike" cap="none" dirty="0">
                <a:solidFill>
                  <a:srgbClr val="FFDA3E"/>
                </a:solidFill>
                <a:latin typeface="Open Sans"/>
                <a:ea typeface="Open Sans"/>
                <a:cs typeface="Open Sans"/>
                <a:sym typeface="Open Sans"/>
              </a:rPr>
              <a:t>JavaScript</a:t>
            </a:r>
            <a:endParaRPr sz="2000" b="0" i="1" u="none" strike="noStrike" cap="none" dirty="0">
              <a:solidFill>
                <a:srgbClr val="FFDA3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2" name="Google Shape;92;p1"/>
          <p:cNvCxnSpPr/>
          <p:nvPr/>
        </p:nvCxnSpPr>
        <p:spPr>
          <a:xfrm>
            <a:off x="1277257" y="1298712"/>
            <a:ext cx="96374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DC4E7103-570D-3916-5F89-DD166315A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4963"/>
          <a:stretch>
            <a:fillRect/>
          </a:stretch>
        </p:blipFill>
        <p:spPr bwMode="auto">
          <a:xfrm>
            <a:off x="3571336" y="2695227"/>
            <a:ext cx="2700068" cy="396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32241E-EEB6-8669-9015-435720FCDD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76"/>
          <a:stretch>
            <a:fillRect/>
          </a:stretch>
        </p:blipFill>
        <p:spPr bwMode="auto">
          <a:xfrm>
            <a:off x="6668219" y="2695227"/>
            <a:ext cx="1495544" cy="396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3561469" y="468707"/>
            <a:ext cx="522147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 FOR TODAY</a:t>
            </a:r>
            <a:endParaRPr sz="4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3366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9151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1;p2">
            <a:extLst>
              <a:ext uri="{FF2B5EF4-FFF2-40B4-BE49-F238E27FC236}">
                <a16:creationId xmlns:a16="http://schemas.microsoft.com/office/drawing/2014/main" id="{9D43AF2A-32D7-43A8-827E-2C1F002C00E7}"/>
              </a:ext>
            </a:extLst>
          </p:cNvPr>
          <p:cNvSpPr txBox="1"/>
          <p:nvPr/>
        </p:nvSpPr>
        <p:spPr>
          <a:xfrm>
            <a:off x="1994021" y="1695649"/>
            <a:ext cx="8203958" cy="356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115000"/>
              </a:lnSpc>
            </a:pPr>
            <a:r>
              <a:rPr lang="en-US" sz="2800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Ecosystem</a:t>
            </a:r>
            <a:endParaRPr lang="en-US" sz="28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can JavaScript do?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US" sz="28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JavaScript  Syntax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types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operators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structures: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conditionals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JS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syntax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7;p2">
            <a:extLst>
              <a:ext uri="{FF2B5EF4-FFF2-40B4-BE49-F238E27FC236}">
                <a16:creationId xmlns:a16="http://schemas.microsoft.com/office/drawing/2014/main" id="{873BBEFF-8132-4937-913E-2FEC7285E17B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11;p2">
            <a:extLst>
              <a:ext uri="{FF2B5EF4-FFF2-40B4-BE49-F238E27FC236}">
                <a16:creationId xmlns:a16="http://schemas.microsoft.com/office/drawing/2014/main" id="{5C962FB9-8DB2-46CD-8C1C-885F0BFF3727}"/>
              </a:ext>
            </a:extLst>
          </p:cNvPr>
          <p:cNvSpPr txBox="1"/>
          <p:nvPr/>
        </p:nvSpPr>
        <p:spPr>
          <a:xfrm>
            <a:off x="1697809" y="365125"/>
            <a:ext cx="941319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40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</a:t>
            </a:r>
            <a:r>
              <a:rPr lang="en-US" sz="40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 </a:t>
            </a:r>
            <a:r>
              <a:rPr lang="en-US" sz="40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contribute to Web apps?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14FF8C0-1073-484F-ACF4-56A9001F8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533" y="2550350"/>
            <a:ext cx="4501092" cy="429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CAC1726-5C0D-4C81-A622-0C762D37BB1B}"/>
              </a:ext>
            </a:extLst>
          </p:cNvPr>
          <p:cNvGrpSpPr/>
          <p:nvPr/>
        </p:nvGrpSpPr>
        <p:grpSpPr>
          <a:xfrm>
            <a:off x="3258608" y="1244395"/>
            <a:ext cx="1742017" cy="1134530"/>
            <a:chOff x="3068353" y="1532470"/>
            <a:chExt cx="1742017" cy="11345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ADF7C0E-F435-4B19-9EF4-1A391AA0DF7A}"/>
                </a:ext>
              </a:extLst>
            </p:cNvPr>
            <p:cNvSpPr txBox="1"/>
            <p:nvPr/>
          </p:nvSpPr>
          <p:spPr>
            <a:xfrm>
              <a:off x="3068353" y="1532470"/>
              <a:ext cx="17420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HTML tags </a:t>
              </a:r>
              <a:r>
                <a:rPr lang="en-US" sz="12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are essential components that create elements on a webpage.</a:t>
              </a:r>
              <a:endPara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B6C2FE2-752F-46BB-8569-AD8C1FB5113D}"/>
                </a:ext>
              </a:extLst>
            </p:cNvPr>
            <p:cNvCxnSpPr/>
            <p:nvPr/>
          </p:nvCxnSpPr>
          <p:spPr>
            <a:xfrm>
              <a:off x="4004733" y="2336800"/>
              <a:ext cx="0" cy="330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F8C9EEB-E79C-4586-8D54-7D5A82EF4F4B}"/>
              </a:ext>
            </a:extLst>
          </p:cNvPr>
          <p:cNvGrpSpPr/>
          <p:nvPr/>
        </p:nvGrpSpPr>
        <p:grpSpPr>
          <a:xfrm>
            <a:off x="5115983" y="1244395"/>
            <a:ext cx="1742017" cy="1134530"/>
            <a:chOff x="3068353" y="1532470"/>
            <a:chExt cx="1742017" cy="113453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71EC86A-F92C-4B63-BE61-E453AF4C5386}"/>
                </a:ext>
              </a:extLst>
            </p:cNvPr>
            <p:cNvSpPr txBox="1"/>
            <p:nvPr/>
          </p:nvSpPr>
          <p:spPr>
            <a:xfrm>
              <a:off x="3068353" y="1532470"/>
              <a:ext cx="17420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i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CSS </a:t>
              </a:r>
              <a:r>
                <a:rPr lang="en-US" sz="1200" i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is employed to enhance the visual style and layout of web pages</a:t>
              </a:r>
              <a:endPara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CA39FCA-A57B-4E9B-8867-4238C12E032E}"/>
                </a:ext>
              </a:extLst>
            </p:cNvPr>
            <p:cNvCxnSpPr/>
            <p:nvPr/>
          </p:nvCxnSpPr>
          <p:spPr>
            <a:xfrm>
              <a:off x="4004733" y="2336800"/>
              <a:ext cx="0" cy="330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E0EE682-D86E-4740-83E7-9F90D48A46EF}"/>
              </a:ext>
            </a:extLst>
          </p:cNvPr>
          <p:cNvGrpSpPr/>
          <p:nvPr/>
        </p:nvGrpSpPr>
        <p:grpSpPr>
          <a:xfrm>
            <a:off x="6954308" y="1244395"/>
            <a:ext cx="1742017" cy="1134530"/>
            <a:chOff x="3068353" y="1532470"/>
            <a:chExt cx="1742017" cy="113453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8A78200-F933-4516-93D4-F3C3901D381F}"/>
                </a:ext>
              </a:extLst>
            </p:cNvPr>
            <p:cNvSpPr txBox="1"/>
            <p:nvPr/>
          </p:nvSpPr>
          <p:spPr>
            <a:xfrm>
              <a:off x="3068353" y="1532470"/>
              <a:ext cx="174201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200" b="1" i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JavaScript</a:t>
              </a:r>
              <a:r>
                <a:rPr lang="en-US" sz="1200" i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is employed to introduce interactivity and functionality to web pages.</a:t>
              </a:r>
              <a:endPara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3AC9D74-D1AB-411F-AA8C-423D2938F450}"/>
                </a:ext>
              </a:extLst>
            </p:cNvPr>
            <p:cNvCxnSpPr/>
            <p:nvPr/>
          </p:nvCxnSpPr>
          <p:spPr>
            <a:xfrm>
              <a:off x="4004733" y="2336800"/>
              <a:ext cx="0" cy="330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9733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BD7DE020-4E96-7A36-F3E3-6A4687D98C74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4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FACD311D-1E8B-3C45-E6B7-9B2EDAD9968F}"/>
              </a:ext>
            </a:extLst>
          </p:cNvPr>
          <p:cNvSpPr txBox="1"/>
          <p:nvPr/>
        </p:nvSpPr>
        <p:spPr>
          <a:xfrm>
            <a:off x="1047919" y="180459"/>
            <a:ext cx="941319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chemeClr val="dk1"/>
              </a:buClr>
              <a:buSzPts val="2800"/>
            </a:pPr>
            <a:r>
              <a:rPr lang="en-US" sz="4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What can </a:t>
            </a:r>
            <a:r>
              <a:rPr lang="en-US" sz="4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JavaScript</a:t>
            </a:r>
            <a:r>
              <a:rPr lang="en-US" sz="4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do?</a:t>
            </a:r>
            <a:endParaRPr lang="en-US" sz="4000" i="0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9B7DA-7578-8F90-4301-09BB47C091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643"/>
          <a:stretch>
            <a:fillRect/>
          </a:stretch>
        </p:blipFill>
        <p:spPr>
          <a:xfrm rot="21161059">
            <a:off x="4278487" y="2350403"/>
            <a:ext cx="7273694" cy="3879827"/>
          </a:xfrm>
          <a:prstGeom prst="rect">
            <a:avLst/>
          </a:prstGeom>
        </p:spPr>
      </p:pic>
      <p:sp>
        <p:nvSpPr>
          <p:cNvPr id="6" name="Google Shape;111;p2">
            <a:extLst>
              <a:ext uri="{FF2B5EF4-FFF2-40B4-BE49-F238E27FC236}">
                <a16:creationId xmlns:a16="http://schemas.microsoft.com/office/drawing/2014/main" id="{4B941A12-7EB3-70F3-D1F2-A5479FAB1A3D}"/>
              </a:ext>
            </a:extLst>
          </p:cNvPr>
          <p:cNvSpPr txBox="1"/>
          <p:nvPr/>
        </p:nvSpPr>
        <p:spPr>
          <a:xfrm>
            <a:off x="670547" y="1794669"/>
            <a:ext cx="693493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ea typeface="Calibri"/>
                <a:cs typeface="Calibri"/>
                <a:sym typeface="Calibri"/>
                <a:hlinkClick r:id="rId3"/>
              </a:rPr>
              <a:t>https://www.w3schools.com/js/js_examples.asp</a:t>
            </a:r>
            <a:endParaRPr lang="en-US" sz="24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00140-65B4-9130-FB40-810B91D4F410}"/>
              </a:ext>
            </a:extLst>
          </p:cNvPr>
          <p:cNvSpPr txBox="1"/>
          <p:nvPr/>
        </p:nvSpPr>
        <p:spPr>
          <a:xfrm>
            <a:off x="670547" y="1179915"/>
            <a:ext cx="8564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Explore the 5 bellow examples of JavaScript usage in an HTML page</a:t>
            </a:r>
            <a:endParaRPr lang="en-US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C84689-BD20-E4A5-F386-43EA11AA4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999" y="5805714"/>
            <a:ext cx="1148597" cy="87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01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510F09-2016-4C26-970B-12818FABF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46" y="1938439"/>
            <a:ext cx="4538254" cy="471812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8D7ED0E5-11B0-44B5-8E1C-24F5FCBD07C6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11;p2">
            <a:extLst>
              <a:ext uri="{FF2B5EF4-FFF2-40B4-BE49-F238E27FC236}">
                <a16:creationId xmlns:a16="http://schemas.microsoft.com/office/drawing/2014/main" id="{7FF76568-6466-4739-B299-3C03BA963733}"/>
              </a:ext>
            </a:extLst>
          </p:cNvPr>
          <p:cNvSpPr txBox="1"/>
          <p:nvPr/>
        </p:nvSpPr>
        <p:spPr>
          <a:xfrm>
            <a:off x="1697809" y="365125"/>
            <a:ext cx="941319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JS </a:t>
            </a:r>
            <a:r>
              <a:rPr lang="en-US" sz="36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bring </a:t>
            </a: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 Web Application?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0F420A-4129-4467-964C-FB09DEE7BE6D}"/>
              </a:ext>
            </a:extLst>
          </p:cNvPr>
          <p:cNvSpPr txBox="1"/>
          <p:nvPr/>
        </p:nvSpPr>
        <p:spPr>
          <a:xfrm>
            <a:off x="3774842" y="102182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https://codepen.io/leonam-silva-de-souza/pen/RwXZVQr</a:t>
            </a:r>
            <a:endParaRPr lang="en-US" dirty="0"/>
          </a:p>
          <a:p>
            <a:endParaRPr lang="en-US" dirty="0"/>
          </a:p>
        </p:txBody>
      </p:sp>
      <p:sp>
        <p:nvSpPr>
          <p:cNvPr id="8" name="Google Shape;316;p16">
            <a:extLst>
              <a:ext uri="{FF2B5EF4-FFF2-40B4-BE49-F238E27FC236}">
                <a16:creationId xmlns:a16="http://schemas.microsoft.com/office/drawing/2014/main" id="{E5CED27D-5F6A-4AF7-A211-DEFE66994679}"/>
              </a:ext>
            </a:extLst>
          </p:cNvPr>
          <p:cNvSpPr txBox="1"/>
          <p:nvPr/>
        </p:nvSpPr>
        <p:spPr>
          <a:xfrm rot="20450342">
            <a:off x="8981751" y="1769161"/>
            <a:ext cx="226940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the code !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317;p16">
            <a:extLst>
              <a:ext uri="{FF2B5EF4-FFF2-40B4-BE49-F238E27FC236}">
                <a16:creationId xmlns:a16="http://schemas.microsoft.com/office/drawing/2014/main" id="{F0C59C28-8770-43B1-B449-FE617AACC999}"/>
              </a:ext>
            </a:extLst>
          </p:cNvPr>
          <p:cNvCxnSpPr>
            <a:cxnSpLocks/>
            <a:stCxn id="8" idx="0"/>
          </p:cNvCxnSpPr>
          <p:nvPr/>
        </p:nvCxnSpPr>
        <p:spPr>
          <a:xfrm rot="16200000" flipV="1">
            <a:off x="9448653" y="1166299"/>
            <a:ext cx="517188" cy="707291"/>
          </a:xfrm>
          <a:prstGeom prst="curvedConnector2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CE3DC9-CB6E-4965-80A8-A36EE9808D70}"/>
              </a:ext>
            </a:extLst>
          </p:cNvPr>
          <p:cNvCxnSpPr>
            <a:cxnSpLocks/>
          </p:cNvCxnSpPr>
          <p:nvPr/>
        </p:nvCxnSpPr>
        <p:spPr>
          <a:xfrm flipH="1">
            <a:off x="5380326" y="5394056"/>
            <a:ext cx="1604674" cy="93230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361027F-3BA4-4967-96E2-BDD38A7C69F1}"/>
              </a:ext>
            </a:extLst>
          </p:cNvPr>
          <p:cNvSpPr txBox="1"/>
          <p:nvPr/>
        </p:nvSpPr>
        <p:spPr>
          <a:xfrm>
            <a:off x="7119416" y="5169476"/>
            <a:ext cx="2799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Dynamically update the total price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311EF8-1C85-4AA1-82A3-4DC1407CAD70}"/>
              </a:ext>
            </a:extLst>
          </p:cNvPr>
          <p:cNvCxnSpPr>
            <a:cxnSpLocks/>
          </p:cNvCxnSpPr>
          <p:nvPr/>
        </p:nvCxnSpPr>
        <p:spPr>
          <a:xfrm flipH="1" flipV="1">
            <a:off x="2972505" y="3429000"/>
            <a:ext cx="4012495" cy="196505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D63DD2-E5AF-4003-BB65-204EC756E75C}"/>
              </a:ext>
            </a:extLst>
          </p:cNvPr>
          <p:cNvCxnSpPr>
            <a:cxnSpLocks/>
          </p:cNvCxnSpPr>
          <p:nvPr/>
        </p:nvCxnSpPr>
        <p:spPr>
          <a:xfrm flipH="1">
            <a:off x="5259358" y="3264210"/>
            <a:ext cx="1446244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210268C-219D-4FDC-A2D5-C62AE41936D6}"/>
              </a:ext>
            </a:extLst>
          </p:cNvPr>
          <p:cNvSpPr txBox="1"/>
          <p:nvPr/>
        </p:nvSpPr>
        <p:spPr>
          <a:xfrm>
            <a:off x="6744869" y="3110321"/>
            <a:ext cx="20906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 item from the list</a:t>
            </a:r>
          </a:p>
        </p:txBody>
      </p:sp>
    </p:spTree>
    <p:extLst>
      <p:ext uri="{BB962C8B-B14F-4D97-AF65-F5344CB8AC3E}">
        <p14:creationId xmlns:p14="http://schemas.microsoft.com/office/powerpoint/2010/main" val="341423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8D7ED0E5-11B0-44B5-8E1C-24F5FCBD07C6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11;p2">
            <a:extLst>
              <a:ext uri="{FF2B5EF4-FFF2-40B4-BE49-F238E27FC236}">
                <a16:creationId xmlns:a16="http://schemas.microsoft.com/office/drawing/2014/main" id="{7FF76568-6466-4739-B299-3C03BA963733}"/>
              </a:ext>
            </a:extLst>
          </p:cNvPr>
          <p:cNvSpPr txBox="1"/>
          <p:nvPr/>
        </p:nvSpPr>
        <p:spPr>
          <a:xfrm>
            <a:off x="2854363" y="284442"/>
            <a:ext cx="709108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</a:t>
            </a:r>
            <a:r>
              <a:rPr lang="en-US" sz="36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JS </a:t>
            </a: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</a:t>
            </a:r>
            <a:r>
              <a:rPr lang="en-US" sz="3600" i="1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3 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D926B1-E639-476E-838D-F02F882288AC}"/>
              </a:ext>
            </a:extLst>
          </p:cNvPr>
          <p:cNvSpPr txBox="1"/>
          <p:nvPr/>
        </p:nvSpPr>
        <p:spPr>
          <a:xfrm>
            <a:off x="2330824" y="930732"/>
            <a:ext cx="80794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Chrome or any other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Web Browser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can execute JavaScript code while loading HTML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8BC3FE-26CC-4249-BE74-78634534296B}"/>
              </a:ext>
            </a:extLst>
          </p:cNvPr>
          <p:cNvSpPr txBox="1"/>
          <p:nvPr/>
        </p:nvSpPr>
        <p:spPr>
          <a:xfrm>
            <a:off x="1208415" y="2216061"/>
            <a:ext cx="4742329" cy="1708353"/>
          </a:xfrm>
          <a:custGeom>
            <a:avLst/>
            <a:gdLst>
              <a:gd name="connsiteX0" fmla="*/ 0 w 4742329"/>
              <a:gd name="connsiteY0" fmla="*/ 0 h 1708353"/>
              <a:gd name="connsiteX1" fmla="*/ 582629 w 4742329"/>
              <a:gd name="connsiteY1" fmla="*/ 0 h 1708353"/>
              <a:gd name="connsiteX2" fmla="*/ 1165258 w 4742329"/>
              <a:gd name="connsiteY2" fmla="*/ 0 h 1708353"/>
              <a:gd name="connsiteX3" fmla="*/ 1795310 w 4742329"/>
              <a:gd name="connsiteY3" fmla="*/ 0 h 1708353"/>
              <a:gd name="connsiteX4" fmla="*/ 2425363 w 4742329"/>
              <a:gd name="connsiteY4" fmla="*/ 0 h 1708353"/>
              <a:gd name="connsiteX5" fmla="*/ 3197685 w 4742329"/>
              <a:gd name="connsiteY5" fmla="*/ 0 h 1708353"/>
              <a:gd name="connsiteX6" fmla="*/ 3922584 w 4742329"/>
              <a:gd name="connsiteY6" fmla="*/ 0 h 1708353"/>
              <a:gd name="connsiteX7" fmla="*/ 4742329 w 4742329"/>
              <a:gd name="connsiteY7" fmla="*/ 0 h 1708353"/>
              <a:gd name="connsiteX8" fmla="*/ 4742329 w 4742329"/>
              <a:gd name="connsiteY8" fmla="*/ 552367 h 1708353"/>
              <a:gd name="connsiteX9" fmla="*/ 4742329 w 4742329"/>
              <a:gd name="connsiteY9" fmla="*/ 1087651 h 1708353"/>
              <a:gd name="connsiteX10" fmla="*/ 4742329 w 4742329"/>
              <a:gd name="connsiteY10" fmla="*/ 1708353 h 1708353"/>
              <a:gd name="connsiteX11" fmla="*/ 4207123 w 4742329"/>
              <a:gd name="connsiteY11" fmla="*/ 1708353 h 1708353"/>
              <a:gd name="connsiteX12" fmla="*/ 3482224 w 4742329"/>
              <a:gd name="connsiteY12" fmla="*/ 1708353 h 1708353"/>
              <a:gd name="connsiteX13" fmla="*/ 2709902 w 4742329"/>
              <a:gd name="connsiteY13" fmla="*/ 1708353 h 1708353"/>
              <a:gd name="connsiteX14" fmla="*/ 2174697 w 4742329"/>
              <a:gd name="connsiteY14" fmla="*/ 1708353 h 1708353"/>
              <a:gd name="connsiteX15" fmla="*/ 1544644 w 4742329"/>
              <a:gd name="connsiteY15" fmla="*/ 1708353 h 1708353"/>
              <a:gd name="connsiteX16" fmla="*/ 962015 w 4742329"/>
              <a:gd name="connsiteY16" fmla="*/ 1708353 h 1708353"/>
              <a:gd name="connsiteX17" fmla="*/ 0 w 4742329"/>
              <a:gd name="connsiteY17" fmla="*/ 1708353 h 1708353"/>
              <a:gd name="connsiteX18" fmla="*/ 0 w 4742329"/>
              <a:gd name="connsiteY18" fmla="*/ 1104735 h 1708353"/>
              <a:gd name="connsiteX19" fmla="*/ 0 w 4742329"/>
              <a:gd name="connsiteY19" fmla="*/ 518200 h 1708353"/>
              <a:gd name="connsiteX20" fmla="*/ 0 w 4742329"/>
              <a:gd name="connsiteY20" fmla="*/ 0 h 1708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742329" h="1708353" extrusionOk="0">
                <a:moveTo>
                  <a:pt x="0" y="0"/>
                </a:moveTo>
                <a:cubicBezTo>
                  <a:pt x="193235" y="7857"/>
                  <a:pt x="341782" y="11413"/>
                  <a:pt x="582629" y="0"/>
                </a:cubicBezTo>
                <a:cubicBezTo>
                  <a:pt x="823476" y="-11413"/>
                  <a:pt x="1007037" y="-19972"/>
                  <a:pt x="1165258" y="0"/>
                </a:cubicBezTo>
                <a:cubicBezTo>
                  <a:pt x="1323479" y="19972"/>
                  <a:pt x="1534451" y="15130"/>
                  <a:pt x="1795310" y="0"/>
                </a:cubicBezTo>
                <a:cubicBezTo>
                  <a:pt x="2056169" y="-15130"/>
                  <a:pt x="2229333" y="-20949"/>
                  <a:pt x="2425363" y="0"/>
                </a:cubicBezTo>
                <a:cubicBezTo>
                  <a:pt x="2621393" y="20949"/>
                  <a:pt x="2887243" y="-21116"/>
                  <a:pt x="3197685" y="0"/>
                </a:cubicBezTo>
                <a:cubicBezTo>
                  <a:pt x="3508127" y="21116"/>
                  <a:pt x="3729705" y="-23412"/>
                  <a:pt x="3922584" y="0"/>
                </a:cubicBezTo>
                <a:cubicBezTo>
                  <a:pt x="4115463" y="23412"/>
                  <a:pt x="4432384" y="-36638"/>
                  <a:pt x="4742329" y="0"/>
                </a:cubicBezTo>
                <a:cubicBezTo>
                  <a:pt x="4755792" y="120963"/>
                  <a:pt x="4718775" y="409137"/>
                  <a:pt x="4742329" y="552367"/>
                </a:cubicBezTo>
                <a:cubicBezTo>
                  <a:pt x="4765883" y="695597"/>
                  <a:pt x="4756618" y="912219"/>
                  <a:pt x="4742329" y="1087651"/>
                </a:cubicBezTo>
                <a:cubicBezTo>
                  <a:pt x="4728040" y="1263083"/>
                  <a:pt x="4737237" y="1478160"/>
                  <a:pt x="4742329" y="1708353"/>
                </a:cubicBezTo>
                <a:cubicBezTo>
                  <a:pt x="4594421" y="1701847"/>
                  <a:pt x="4460016" y="1698581"/>
                  <a:pt x="4207123" y="1708353"/>
                </a:cubicBezTo>
                <a:cubicBezTo>
                  <a:pt x="3954230" y="1718125"/>
                  <a:pt x="3714053" y="1741983"/>
                  <a:pt x="3482224" y="1708353"/>
                </a:cubicBezTo>
                <a:cubicBezTo>
                  <a:pt x="3250395" y="1674723"/>
                  <a:pt x="3063478" y="1726686"/>
                  <a:pt x="2709902" y="1708353"/>
                </a:cubicBezTo>
                <a:cubicBezTo>
                  <a:pt x="2356326" y="1690020"/>
                  <a:pt x="2383552" y="1703556"/>
                  <a:pt x="2174697" y="1708353"/>
                </a:cubicBezTo>
                <a:cubicBezTo>
                  <a:pt x="1965842" y="1713150"/>
                  <a:pt x="1839492" y="1703096"/>
                  <a:pt x="1544644" y="1708353"/>
                </a:cubicBezTo>
                <a:cubicBezTo>
                  <a:pt x="1249796" y="1713610"/>
                  <a:pt x="1114968" y="1681433"/>
                  <a:pt x="962015" y="1708353"/>
                </a:cubicBezTo>
                <a:cubicBezTo>
                  <a:pt x="809062" y="1735273"/>
                  <a:pt x="446015" y="1697633"/>
                  <a:pt x="0" y="1708353"/>
                </a:cubicBezTo>
                <a:cubicBezTo>
                  <a:pt x="-9195" y="1446890"/>
                  <a:pt x="-15633" y="1315308"/>
                  <a:pt x="0" y="1104735"/>
                </a:cubicBezTo>
                <a:cubicBezTo>
                  <a:pt x="15633" y="894162"/>
                  <a:pt x="-24748" y="665206"/>
                  <a:pt x="0" y="518200"/>
                </a:cubicBezTo>
                <a:cubicBezTo>
                  <a:pt x="24748" y="371194"/>
                  <a:pt x="-22002" y="190216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8537767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&lt;!DOCTYPE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14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&lt;title&gt;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Let s run JS on a Browser</a:t>
            </a:r>
            <a:r>
              <a:rPr lang="en-US" sz="14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&lt;/title&gt;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&lt;script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E21F1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index.js</a:t>
            </a:r>
            <a:r>
              <a:rPr lang="en-US" sz="1400" dirty="0">
                <a:solidFill>
                  <a:srgbClr val="E21F1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4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&gt;&lt;/script&gt;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7E3960-435D-4EB7-B519-A897F428ABBA}"/>
              </a:ext>
            </a:extLst>
          </p:cNvPr>
          <p:cNvSpPr txBox="1"/>
          <p:nvPr/>
        </p:nvSpPr>
        <p:spPr>
          <a:xfrm>
            <a:off x="6399904" y="2216061"/>
            <a:ext cx="4944036" cy="1362617"/>
          </a:xfrm>
          <a:custGeom>
            <a:avLst/>
            <a:gdLst>
              <a:gd name="connsiteX0" fmla="*/ 0 w 4944036"/>
              <a:gd name="connsiteY0" fmla="*/ 0 h 1362617"/>
              <a:gd name="connsiteX1" fmla="*/ 568564 w 4944036"/>
              <a:gd name="connsiteY1" fmla="*/ 0 h 1362617"/>
              <a:gd name="connsiteX2" fmla="*/ 1236009 w 4944036"/>
              <a:gd name="connsiteY2" fmla="*/ 0 h 1362617"/>
              <a:gd name="connsiteX3" fmla="*/ 1804573 w 4944036"/>
              <a:gd name="connsiteY3" fmla="*/ 0 h 1362617"/>
              <a:gd name="connsiteX4" fmla="*/ 2472018 w 4944036"/>
              <a:gd name="connsiteY4" fmla="*/ 0 h 1362617"/>
              <a:gd name="connsiteX5" fmla="*/ 3139463 w 4944036"/>
              <a:gd name="connsiteY5" fmla="*/ 0 h 1362617"/>
              <a:gd name="connsiteX6" fmla="*/ 3757467 w 4944036"/>
              <a:gd name="connsiteY6" fmla="*/ 0 h 1362617"/>
              <a:gd name="connsiteX7" fmla="*/ 4944036 w 4944036"/>
              <a:gd name="connsiteY7" fmla="*/ 0 h 1362617"/>
              <a:gd name="connsiteX8" fmla="*/ 4944036 w 4944036"/>
              <a:gd name="connsiteY8" fmla="*/ 708561 h 1362617"/>
              <a:gd name="connsiteX9" fmla="*/ 4944036 w 4944036"/>
              <a:gd name="connsiteY9" fmla="*/ 1362617 h 1362617"/>
              <a:gd name="connsiteX10" fmla="*/ 4326032 w 4944036"/>
              <a:gd name="connsiteY10" fmla="*/ 1362617 h 1362617"/>
              <a:gd name="connsiteX11" fmla="*/ 3757467 w 4944036"/>
              <a:gd name="connsiteY11" fmla="*/ 1362617 h 1362617"/>
              <a:gd name="connsiteX12" fmla="*/ 3188903 w 4944036"/>
              <a:gd name="connsiteY12" fmla="*/ 1362617 h 1362617"/>
              <a:gd name="connsiteX13" fmla="*/ 2669779 w 4944036"/>
              <a:gd name="connsiteY13" fmla="*/ 1362617 h 1362617"/>
              <a:gd name="connsiteX14" fmla="*/ 2051775 w 4944036"/>
              <a:gd name="connsiteY14" fmla="*/ 1362617 h 1362617"/>
              <a:gd name="connsiteX15" fmla="*/ 1334890 w 4944036"/>
              <a:gd name="connsiteY15" fmla="*/ 1362617 h 1362617"/>
              <a:gd name="connsiteX16" fmla="*/ 865206 w 4944036"/>
              <a:gd name="connsiteY16" fmla="*/ 1362617 h 1362617"/>
              <a:gd name="connsiteX17" fmla="*/ 0 w 4944036"/>
              <a:gd name="connsiteY17" fmla="*/ 1362617 h 1362617"/>
              <a:gd name="connsiteX18" fmla="*/ 0 w 4944036"/>
              <a:gd name="connsiteY18" fmla="*/ 708561 h 1362617"/>
              <a:gd name="connsiteX19" fmla="*/ 0 w 4944036"/>
              <a:gd name="connsiteY19" fmla="*/ 0 h 1362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44036" h="1362617" extrusionOk="0">
                <a:moveTo>
                  <a:pt x="0" y="0"/>
                </a:moveTo>
                <a:cubicBezTo>
                  <a:pt x="216499" y="-19219"/>
                  <a:pt x="383340" y="22865"/>
                  <a:pt x="568564" y="0"/>
                </a:cubicBezTo>
                <a:cubicBezTo>
                  <a:pt x="753788" y="-22865"/>
                  <a:pt x="1022517" y="-16479"/>
                  <a:pt x="1236009" y="0"/>
                </a:cubicBezTo>
                <a:cubicBezTo>
                  <a:pt x="1449502" y="16479"/>
                  <a:pt x="1674882" y="22363"/>
                  <a:pt x="1804573" y="0"/>
                </a:cubicBezTo>
                <a:cubicBezTo>
                  <a:pt x="1934264" y="-22363"/>
                  <a:pt x="2176727" y="31812"/>
                  <a:pt x="2472018" y="0"/>
                </a:cubicBezTo>
                <a:cubicBezTo>
                  <a:pt x="2767310" y="-31812"/>
                  <a:pt x="2859972" y="-13379"/>
                  <a:pt x="3139463" y="0"/>
                </a:cubicBezTo>
                <a:cubicBezTo>
                  <a:pt x="3418955" y="13379"/>
                  <a:pt x="3489881" y="-25387"/>
                  <a:pt x="3757467" y="0"/>
                </a:cubicBezTo>
                <a:cubicBezTo>
                  <a:pt x="4025053" y="25387"/>
                  <a:pt x="4483851" y="11971"/>
                  <a:pt x="4944036" y="0"/>
                </a:cubicBezTo>
                <a:cubicBezTo>
                  <a:pt x="4945066" y="203652"/>
                  <a:pt x="4933045" y="555032"/>
                  <a:pt x="4944036" y="708561"/>
                </a:cubicBezTo>
                <a:cubicBezTo>
                  <a:pt x="4955027" y="862090"/>
                  <a:pt x="4942402" y="1145210"/>
                  <a:pt x="4944036" y="1362617"/>
                </a:cubicBezTo>
                <a:cubicBezTo>
                  <a:pt x="4817959" y="1359346"/>
                  <a:pt x="4630409" y="1363574"/>
                  <a:pt x="4326032" y="1362617"/>
                </a:cubicBezTo>
                <a:cubicBezTo>
                  <a:pt x="4021655" y="1361660"/>
                  <a:pt x="3884312" y="1356547"/>
                  <a:pt x="3757467" y="1362617"/>
                </a:cubicBezTo>
                <a:cubicBezTo>
                  <a:pt x="3630623" y="1368687"/>
                  <a:pt x="3310540" y="1379853"/>
                  <a:pt x="3188903" y="1362617"/>
                </a:cubicBezTo>
                <a:cubicBezTo>
                  <a:pt x="3067266" y="1345381"/>
                  <a:pt x="2902133" y="1341356"/>
                  <a:pt x="2669779" y="1362617"/>
                </a:cubicBezTo>
                <a:cubicBezTo>
                  <a:pt x="2437425" y="1383878"/>
                  <a:pt x="2198617" y="1384771"/>
                  <a:pt x="2051775" y="1362617"/>
                </a:cubicBezTo>
                <a:cubicBezTo>
                  <a:pt x="1904933" y="1340463"/>
                  <a:pt x="1480269" y="1356599"/>
                  <a:pt x="1334890" y="1362617"/>
                </a:cubicBezTo>
                <a:cubicBezTo>
                  <a:pt x="1189511" y="1368635"/>
                  <a:pt x="975826" y="1372982"/>
                  <a:pt x="865206" y="1362617"/>
                </a:cubicBezTo>
                <a:cubicBezTo>
                  <a:pt x="754586" y="1352252"/>
                  <a:pt x="225425" y="1373842"/>
                  <a:pt x="0" y="1362617"/>
                </a:cubicBezTo>
                <a:cubicBezTo>
                  <a:pt x="5598" y="1206951"/>
                  <a:pt x="-8404" y="851490"/>
                  <a:pt x="0" y="708561"/>
                </a:cubicBezTo>
                <a:cubicBezTo>
                  <a:pt x="8404" y="565632"/>
                  <a:pt x="-24921" y="350062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410673845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Example of JS code, printing on console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courseName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dirty="0">
                <a:solidFill>
                  <a:srgbClr val="E21F1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en-US" sz="14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Developement</a:t>
            </a:r>
            <a:r>
              <a:rPr lang="en-US" sz="1400" dirty="0">
                <a:solidFill>
                  <a:srgbClr val="E21F1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1F377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4531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E21F1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Welcome to </a:t>
            </a:r>
            <a:r>
              <a:rPr lang="en-US" sz="1400" dirty="0">
                <a:solidFill>
                  <a:srgbClr val="E21F1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courseName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400" dirty="0">
                <a:solidFill>
                  <a:srgbClr val="E21F1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en-US" sz="1400" dirty="0">
                <a:solidFill>
                  <a:srgbClr val="E21F1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ts val="1425"/>
              </a:lnSpc>
            </a:pPr>
            <a:endParaRPr lang="en-US" dirty="0">
              <a:latin typeface="Consolas" panose="020B0609020204030204" pitchFamily="49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endParaRPr lang="en-US" sz="2000" dirty="0">
              <a:effectLst/>
              <a:latin typeface="Consolas" panose="020B0609020204030204" pitchFamily="49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endParaRPr lang="en-US" sz="2000" dirty="0">
              <a:latin typeface="Consolas" panose="020B0609020204030204" pitchFamily="49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81902B-B801-450D-9DD6-F8EF5BBEC578}"/>
              </a:ext>
            </a:extLst>
          </p:cNvPr>
          <p:cNvSpPr txBox="1"/>
          <p:nvPr/>
        </p:nvSpPr>
        <p:spPr>
          <a:xfrm flipH="1">
            <a:off x="1116049" y="4415314"/>
            <a:ext cx="5625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STEP 3  -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</a:rPr>
              <a:t>O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pen your index.html on a browser and check the console view</a:t>
            </a:r>
            <a:endParaRPr lang="en-U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BB9B04-CB92-41A5-9755-2EA3A48A4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70" y="4252032"/>
            <a:ext cx="634340" cy="63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S Code) SVG and transparent PNG icons ...">
            <a:extLst>
              <a:ext uri="{FF2B5EF4-FFF2-40B4-BE49-F238E27FC236}">
                <a16:creationId xmlns:a16="http://schemas.microsoft.com/office/drawing/2014/main" id="{977EEEFB-3731-4B3A-9DA4-DB266ABC0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60" y="2685492"/>
            <a:ext cx="489419" cy="489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9DF6671-E5B4-4938-A29A-1827DE3C6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875" y="5259879"/>
            <a:ext cx="3663408" cy="13347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E0EA79-3619-4F07-A0BD-504D6DF07CD0}"/>
              </a:ext>
            </a:extLst>
          </p:cNvPr>
          <p:cNvSpPr txBox="1"/>
          <p:nvPr/>
        </p:nvSpPr>
        <p:spPr>
          <a:xfrm flipH="1">
            <a:off x="1208415" y="1649545"/>
            <a:ext cx="4742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STEP 1  -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Create a   index.html file, that links to a index.js file:</a:t>
            </a:r>
            <a:endParaRPr lang="en-U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725679-1CB3-4856-9730-A1FE48713153}"/>
              </a:ext>
            </a:extLst>
          </p:cNvPr>
          <p:cNvSpPr txBox="1"/>
          <p:nvPr/>
        </p:nvSpPr>
        <p:spPr>
          <a:xfrm flipH="1">
            <a:off x="6241256" y="1623888"/>
            <a:ext cx="4742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STEP 2  -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Write some  JS code</a:t>
            </a:r>
            <a:endParaRPr lang="en-U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802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E41E-DE11-426D-F19F-AE139BF25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5A7BB32-16DE-6DEF-2AC4-46C6529A05CA}"/>
              </a:ext>
            </a:extLst>
          </p:cNvPr>
          <p:cNvSpPr txBox="1"/>
          <p:nvPr/>
        </p:nvSpPr>
        <p:spPr>
          <a:xfrm>
            <a:off x="449343" y="2008177"/>
            <a:ext cx="49644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2"/>
                </a:solidFill>
              </a:rPr>
              <a:t>Dynamically</a:t>
            </a:r>
            <a:r>
              <a:rPr lang="en-US" sz="4400" dirty="0"/>
              <a:t> typed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2BF97A-3E1A-F3A3-1AAC-7E309B1CF68E}"/>
              </a:ext>
            </a:extLst>
          </p:cNvPr>
          <p:cNvSpPr txBox="1"/>
          <p:nvPr/>
        </p:nvSpPr>
        <p:spPr>
          <a:xfrm>
            <a:off x="1421800" y="566825"/>
            <a:ext cx="88549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JavaScript</a:t>
            </a:r>
            <a:r>
              <a:rPr lang="en-US" sz="4800" dirty="0"/>
              <a:t> is a language: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7E030-A2BA-B50A-A130-836C087494E8}"/>
              </a:ext>
            </a:extLst>
          </p:cNvPr>
          <p:cNvSpPr txBox="1"/>
          <p:nvPr/>
        </p:nvSpPr>
        <p:spPr>
          <a:xfrm>
            <a:off x="7096886" y="2008176"/>
            <a:ext cx="377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6"/>
                </a:solidFill>
              </a:rPr>
              <a:t>Interpreted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4A2F0AEF-18E1-E2BD-388D-1F16E66DC0BA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BBF608C-E885-25FD-F14F-37ED62AACCA7}"/>
              </a:ext>
            </a:extLst>
          </p:cNvPr>
          <p:cNvCxnSpPr/>
          <p:nvPr/>
        </p:nvCxnSpPr>
        <p:spPr>
          <a:xfrm>
            <a:off x="2540000" y="2888343"/>
            <a:ext cx="0" cy="94342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B579060-F313-DC44-6746-8C4CB679E5BB}"/>
              </a:ext>
            </a:extLst>
          </p:cNvPr>
          <p:cNvSpPr txBox="1"/>
          <p:nvPr/>
        </p:nvSpPr>
        <p:spPr>
          <a:xfrm>
            <a:off x="449343" y="4296229"/>
            <a:ext cx="5574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Types are checked </a:t>
            </a:r>
            <a:r>
              <a:rPr lang="en-US" sz="3200" i="1" dirty="0"/>
              <a:t>at runtime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4FBDB-A6F3-D01D-CC82-468697DB1FD2}"/>
              </a:ext>
            </a:extLst>
          </p:cNvPr>
          <p:cNvSpPr txBox="1"/>
          <p:nvPr/>
        </p:nvSpPr>
        <p:spPr>
          <a:xfrm>
            <a:off x="144543" y="4998513"/>
            <a:ext cx="557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The types can change as the program runs.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71AAB2-D048-FD04-7563-B1F14A1A0A20}"/>
              </a:ext>
            </a:extLst>
          </p:cNvPr>
          <p:cNvCxnSpPr/>
          <p:nvPr/>
        </p:nvCxnSpPr>
        <p:spPr>
          <a:xfrm>
            <a:off x="8781143" y="2777617"/>
            <a:ext cx="0" cy="94342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DCBF900-CE6A-8280-39A3-6D528E0E598B}"/>
              </a:ext>
            </a:extLst>
          </p:cNvPr>
          <p:cNvSpPr txBox="1"/>
          <p:nvPr/>
        </p:nvSpPr>
        <p:spPr>
          <a:xfrm>
            <a:off x="7096886" y="4296228"/>
            <a:ext cx="4819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No compilation process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2A1FD9-62C7-5025-7F2C-ED68B35C2DDC}"/>
              </a:ext>
            </a:extLst>
          </p:cNvPr>
          <p:cNvSpPr txBox="1"/>
          <p:nvPr/>
        </p:nvSpPr>
        <p:spPr>
          <a:xfrm>
            <a:off x="6197299" y="5040687"/>
            <a:ext cx="55740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The code runs as soon as the JavaScript engine reads it.</a:t>
            </a:r>
          </a:p>
        </p:txBody>
      </p:sp>
    </p:spTree>
    <p:extLst>
      <p:ext uri="{BB962C8B-B14F-4D97-AF65-F5344CB8AC3E}">
        <p14:creationId xmlns:p14="http://schemas.microsoft.com/office/powerpoint/2010/main" val="419805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  <p:bldP spid="8" grpId="0"/>
      <p:bldP spid="9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F94FF67A-6855-4A97-94F4-5DEEB48AEA82}"/>
              </a:ext>
            </a:extLst>
          </p:cNvPr>
          <p:cNvSpPr txBox="1"/>
          <p:nvPr/>
        </p:nvSpPr>
        <p:spPr>
          <a:xfrm>
            <a:off x="2331234" y="6405"/>
            <a:ext cx="709108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 Syntax  - </a:t>
            </a:r>
            <a:r>
              <a:rPr lang="en-US" sz="36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1</a:t>
            </a:r>
            <a:endParaRPr lang="en-US" sz="36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D0438C-98B6-4694-B8D0-A9E749EE57B3}"/>
              </a:ext>
            </a:extLst>
          </p:cNvPr>
          <p:cNvSpPr txBox="1"/>
          <p:nvPr/>
        </p:nvSpPr>
        <p:spPr>
          <a:xfrm>
            <a:off x="4549686" y="580702"/>
            <a:ext cx="294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Let’s analyze the bellow code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51B74-92F0-4DFB-B38A-FACEAED8955F}"/>
              </a:ext>
            </a:extLst>
          </p:cNvPr>
          <p:cNvSpPr txBox="1"/>
          <p:nvPr/>
        </p:nvSpPr>
        <p:spPr>
          <a:xfrm>
            <a:off x="3099532" y="1172006"/>
            <a:ext cx="48282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let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9077A-36D1-4986-9611-C3AEFB7FE7AA}"/>
              </a:ext>
            </a:extLst>
          </p:cNvPr>
          <p:cNvSpPr txBox="1"/>
          <p:nvPr/>
        </p:nvSpPr>
        <p:spPr>
          <a:xfrm>
            <a:off x="3718097" y="1172005"/>
            <a:ext cx="68159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const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08485-A07B-42EB-89CB-6D248B62B41A}"/>
              </a:ext>
            </a:extLst>
          </p:cNvPr>
          <p:cNvSpPr txBox="1"/>
          <p:nvPr/>
        </p:nvSpPr>
        <p:spPr>
          <a:xfrm>
            <a:off x="4905286" y="1172006"/>
            <a:ext cx="78098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String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A11238-52BB-438F-833D-3D041802F863}"/>
              </a:ext>
            </a:extLst>
          </p:cNvPr>
          <p:cNvSpPr txBox="1"/>
          <p:nvPr/>
        </p:nvSpPr>
        <p:spPr>
          <a:xfrm>
            <a:off x="5765684" y="1172005"/>
            <a:ext cx="78098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Number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72E37B-1E1A-4D04-9682-ACEB6A3F8120}"/>
              </a:ext>
            </a:extLst>
          </p:cNvPr>
          <p:cNvSpPr txBox="1"/>
          <p:nvPr/>
        </p:nvSpPr>
        <p:spPr>
          <a:xfrm>
            <a:off x="6626082" y="1172005"/>
            <a:ext cx="88036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Boolean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9D1860-092F-44A3-88DC-22E2ABCA5BC8}"/>
              </a:ext>
            </a:extLst>
          </p:cNvPr>
          <p:cNvSpPr txBox="1"/>
          <p:nvPr/>
        </p:nvSpPr>
        <p:spPr>
          <a:xfrm>
            <a:off x="8140370" y="1172005"/>
            <a:ext cx="11785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Conditions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D99C51-A0AA-4E39-9183-C7E419B0C990}"/>
              </a:ext>
            </a:extLst>
          </p:cNvPr>
          <p:cNvSpPr txBox="1"/>
          <p:nvPr/>
        </p:nvSpPr>
        <p:spPr>
          <a:xfrm>
            <a:off x="1951230" y="1832689"/>
            <a:ext cx="982167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John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let  - Can be reassigned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isLoggedIn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const  - Cannot be reassigned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		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String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				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isAdult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			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Boolean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"Hello, John"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Is adult: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isAdult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isLoggedIn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		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 Condition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isAdult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is an adult and logged in.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 Print on console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is not an adult but logged in.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 is not logged in.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Google Shape;107;p2">
            <a:extLst>
              <a:ext uri="{FF2B5EF4-FFF2-40B4-BE49-F238E27FC236}">
                <a16:creationId xmlns:a16="http://schemas.microsoft.com/office/drawing/2014/main" id="{86CEAB90-777A-4409-97B5-0803FE2F3A51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6956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3ECDD773-33DD-478A-969A-A590ED76481D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D99C51-A0AA-4E39-9183-C7E419B0C990}"/>
              </a:ext>
            </a:extLst>
          </p:cNvPr>
          <p:cNvSpPr txBox="1"/>
          <p:nvPr/>
        </p:nvSpPr>
        <p:spPr>
          <a:xfrm>
            <a:off x="1886740" y="2255977"/>
            <a:ext cx="902181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		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String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			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Number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isPremiumUser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		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Boolean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50 to the balance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hasEnoughBalance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hasEnoughBalance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		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Condition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has enough balance: $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String interpolation ($)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needs more funds.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		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Loops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Transaction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$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CEB7D7-BA0B-42F6-8EF7-BD9E2917A87E}"/>
              </a:ext>
            </a:extLst>
          </p:cNvPr>
          <p:cNvSpPr txBox="1"/>
          <p:nvPr/>
        </p:nvSpPr>
        <p:spPr>
          <a:xfrm>
            <a:off x="8228516" y="1226992"/>
            <a:ext cx="68159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Loops</a:t>
            </a:r>
          </a:p>
        </p:txBody>
      </p:sp>
      <p:sp>
        <p:nvSpPr>
          <p:cNvPr id="13" name="Google Shape;111;p2">
            <a:extLst>
              <a:ext uri="{FF2B5EF4-FFF2-40B4-BE49-F238E27FC236}">
                <a16:creationId xmlns:a16="http://schemas.microsoft.com/office/drawing/2014/main" id="{95DD9324-6970-43C1-8946-EEE29C67AAF3}"/>
              </a:ext>
            </a:extLst>
          </p:cNvPr>
          <p:cNvSpPr txBox="1"/>
          <p:nvPr/>
        </p:nvSpPr>
        <p:spPr>
          <a:xfrm>
            <a:off x="2331234" y="6405"/>
            <a:ext cx="709108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 Syntax  - </a:t>
            </a:r>
            <a:r>
              <a:rPr lang="en-US" sz="36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2</a:t>
            </a:r>
            <a:endParaRPr lang="en-US" sz="36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96194-654C-40AA-829D-8D76F14F5A10}"/>
              </a:ext>
            </a:extLst>
          </p:cNvPr>
          <p:cNvSpPr txBox="1"/>
          <p:nvPr/>
        </p:nvSpPr>
        <p:spPr>
          <a:xfrm>
            <a:off x="4549686" y="580702"/>
            <a:ext cx="294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Let’s analyze the bellow code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35D213-1FA4-4CAD-95F1-4E563C289159}"/>
              </a:ext>
            </a:extLst>
          </p:cNvPr>
          <p:cNvSpPr txBox="1"/>
          <p:nvPr/>
        </p:nvSpPr>
        <p:spPr>
          <a:xfrm>
            <a:off x="1905732" y="1226994"/>
            <a:ext cx="48282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let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5D7489-CBA8-45B7-B9FA-0696242A7395}"/>
              </a:ext>
            </a:extLst>
          </p:cNvPr>
          <p:cNvSpPr txBox="1"/>
          <p:nvPr/>
        </p:nvSpPr>
        <p:spPr>
          <a:xfrm>
            <a:off x="3711486" y="1226994"/>
            <a:ext cx="78098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String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29AD6D-5B73-4AC6-A282-25F0B1170F0E}"/>
              </a:ext>
            </a:extLst>
          </p:cNvPr>
          <p:cNvSpPr txBox="1"/>
          <p:nvPr/>
        </p:nvSpPr>
        <p:spPr>
          <a:xfrm>
            <a:off x="4571884" y="1226993"/>
            <a:ext cx="78098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Number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985841-FA74-4F69-9155-6A87E0B777FF}"/>
              </a:ext>
            </a:extLst>
          </p:cNvPr>
          <p:cNvSpPr txBox="1"/>
          <p:nvPr/>
        </p:nvSpPr>
        <p:spPr>
          <a:xfrm>
            <a:off x="5432282" y="1226993"/>
            <a:ext cx="88036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Boolean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A33F8C-F89A-4501-ACC1-1A41BCE52D20}"/>
              </a:ext>
            </a:extLst>
          </p:cNvPr>
          <p:cNvSpPr txBox="1"/>
          <p:nvPr/>
        </p:nvSpPr>
        <p:spPr>
          <a:xfrm>
            <a:off x="6946570" y="1226993"/>
            <a:ext cx="11785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Conditions</a:t>
            </a:r>
          </a:p>
        </p:txBody>
      </p:sp>
    </p:spTree>
    <p:extLst>
      <p:ext uri="{BB962C8B-B14F-4D97-AF65-F5344CB8AC3E}">
        <p14:creationId xmlns:p14="http://schemas.microsoft.com/office/powerpoint/2010/main" val="1936597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3ECDD773-33DD-478A-969A-A590ED76481D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A11238-52BB-438F-833D-3D041802F863}"/>
              </a:ext>
            </a:extLst>
          </p:cNvPr>
          <p:cNvSpPr txBox="1"/>
          <p:nvPr/>
        </p:nvSpPr>
        <p:spPr>
          <a:xfrm>
            <a:off x="5127504" y="1173398"/>
            <a:ext cx="68159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Array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D99C51-A0AA-4E39-9183-C7E419B0C990}"/>
              </a:ext>
            </a:extLst>
          </p:cNvPr>
          <p:cNvSpPr txBox="1"/>
          <p:nvPr/>
        </p:nvSpPr>
        <p:spPr>
          <a:xfrm>
            <a:off x="1513253" y="1607671"/>
            <a:ext cx="1034705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hasMembership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favoriteBooks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1984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To Kill a Mockingbird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The Great Gatsby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Array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	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Object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name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age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membership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hasMembership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books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favoriteBooks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displayUserInfo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	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Function Definition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Membership: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.membership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Active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Inactive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Access to object member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Favorite Books: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.books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		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For-of to loop on array members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	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.membership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	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Condition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displayUserInfo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		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Function call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 does not have an active membership.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6EB696-808F-49C3-8F53-E4AC9E84EE23}"/>
              </a:ext>
            </a:extLst>
          </p:cNvPr>
          <p:cNvSpPr txBox="1"/>
          <p:nvPr/>
        </p:nvSpPr>
        <p:spPr>
          <a:xfrm>
            <a:off x="5882699" y="1173398"/>
            <a:ext cx="78098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Object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3017C4-EC7F-4290-B059-925066855002}"/>
              </a:ext>
            </a:extLst>
          </p:cNvPr>
          <p:cNvSpPr txBox="1"/>
          <p:nvPr/>
        </p:nvSpPr>
        <p:spPr>
          <a:xfrm>
            <a:off x="10533722" y="1172003"/>
            <a:ext cx="97975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Function</a:t>
            </a:r>
          </a:p>
        </p:txBody>
      </p:sp>
      <p:sp>
        <p:nvSpPr>
          <p:cNvPr id="15" name="Google Shape;111;p2">
            <a:extLst>
              <a:ext uri="{FF2B5EF4-FFF2-40B4-BE49-F238E27FC236}">
                <a16:creationId xmlns:a16="http://schemas.microsoft.com/office/drawing/2014/main" id="{9C978EDA-A1FA-448A-89B7-4E0D18D03A16}"/>
              </a:ext>
            </a:extLst>
          </p:cNvPr>
          <p:cNvSpPr txBox="1"/>
          <p:nvPr/>
        </p:nvSpPr>
        <p:spPr>
          <a:xfrm>
            <a:off x="2331234" y="6405"/>
            <a:ext cx="709108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 Syntax  - </a:t>
            </a:r>
            <a:r>
              <a:rPr lang="en-US" sz="36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3</a:t>
            </a:r>
            <a:endParaRPr lang="en-US" sz="36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E2574B-8AF8-4CE5-93A6-D771C43C7612}"/>
              </a:ext>
            </a:extLst>
          </p:cNvPr>
          <p:cNvSpPr txBox="1"/>
          <p:nvPr/>
        </p:nvSpPr>
        <p:spPr>
          <a:xfrm>
            <a:off x="4549686" y="580702"/>
            <a:ext cx="294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Let’s analyze the bellow code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27F642-E9CA-4526-9585-5958554FF755}"/>
              </a:ext>
            </a:extLst>
          </p:cNvPr>
          <p:cNvSpPr txBox="1"/>
          <p:nvPr/>
        </p:nvSpPr>
        <p:spPr>
          <a:xfrm>
            <a:off x="9422316" y="1172004"/>
            <a:ext cx="68159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Loops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A9806-24FF-4D01-90A9-7D760A2BDE2B}"/>
              </a:ext>
            </a:extLst>
          </p:cNvPr>
          <p:cNvSpPr txBox="1"/>
          <p:nvPr/>
        </p:nvSpPr>
        <p:spPr>
          <a:xfrm>
            <a:off x="3099532" y="1172006"/>
            <a:ext cx="48282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let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9CF1A4-A532-4588-A9C0-E1A10F886326}"/>
              </a:ext>
            </a:extLst>
          </p:cNvPr>
          <p:cNvSpPr txBox="1"/>
          <p:nvPr/>
        </p:nvSpPr>
        <p:spPr>
          <a:xfrm>
            <a:off x="8140370" y="1172005"/>
            <a:ext cx="11785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Conditions</a:t>
            </a:r>
          </a:p>
        </p:txBody>
      </p:sp>
    </p:spTree>
    <p:extLst>
      <p:ext uri="{BB962C8B-B14F-4D97-AF65-F5344CB8AC3E}">
        <p14:creationId xmlns:p14="http://schemas.microsoft.com/office/powerpoint/2010/main" val="3899196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89ACAB6A-2780-470F-9927-0DA470DB6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80" y="0"/>
            <a:ext cx="848457" cy="86199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27BA0B4-01AC-489D-AF8A-C545CCAEE8A3}"/>
              </a:ext>
            </a:extLst>
          </p:cNvPr>
          <p:cNvSpPr/>
          <p:nvPr/>
        </p:nvSpPr>
        <p:spPr>
          <a:xfrm>
            <a:off x="2183102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F6A7A8-4D5B-498D-99AC-285BF661D152}"/>
              </a:ext>
            </a:extLst>
          </p:cNvPr>
          <p:cNvSpPr/>
          <p:nvPr/>
        </p:nvSpPr>
        <p:spPr>
          <a:xfrm>
            <a:off x="9391340" y="5674190"/>
            <a:ext cx="1784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150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9FAD74-08C3-41A3-A51A-8BF8AA70C047}"/>
              </a:ext>
            </a:extLst>
          </p:cNvPr>
          <p:cNvSpPr/>
          <p:nvPr/>
        </p:nvSpPr>
        <p:spPr>
          <a:xfrm>
            <a:off x="6886440" y="5674190"/>
            <a:ext cx="1784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60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0D0CBDA-4076-4C9F-ACA6-E284A5CE72F1}"/>
              </a:ext>
            </a:extLst>
          </p:cNvPr>
          <p:cNvSpPr/>
          <p:nvPr/>
        </p:nvSpPr>
        <p:spPr>
          <a:xfrm>
            <a:off x="4260719" y="5674190"/>
            <a:ext cx="1784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20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785DAF-6AF6-455C-B24B-3C0390137F5F}"/>
              </a:ext>
            </a:extLst>
          </p:cNvPr>
          <p:cNvSpPr/>
          <p:nvPr/>
        </p:nvSpPr>
        <p:spPr>
          <a:xfrm>
            <a:off x="1510763" y="5685811"/>
            <a:ext cx="20697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462805-6D8B-473E-92F7-BDC049987B5E}"/>
              </a:ext>
            </a:extLst>
          </p:cNvPr>
          <p:cNvSpPr txBox="1"/>
          <p:nvPr/>
        </p:nvSpPr>
        <p:spPr>
          <a:xfrm>
            <a:off x="3865739" y="1752641"/>
            <a:ext cx="4358886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%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dirty="0"/>
          </a:p>
        </p:txBody>
      </p:sp>
      <p:sp>
        <p:nvSpPr>
          <p:cNvPr id="19" name="Google Shape;111;p2">
            <a:extLst>
              <a:ext uri="{FF2B5EF4-FFF2-40B4-BE49-F238E27FC236}">
                <a16:creationId xmlns:a16="http://schemas.microsoft.com/office/drawing/2014/main" id="{39F550D8-4D0F-4F0A-B27D-5DA2EF8C98B4}"/>
              </a:ext>
            </a:extLst>
          </p:cNvPr>
          <p:cNvSpPr txBox="1"/>
          <p:nvPr/>
        </p:nvSpPr>
        <p:spPr>
          <a:xfrm>
            <a:off x="2300258" y="296583"/>
            <a:ext cx="709108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will the code print?</a:t>
            </a:r>
            <a:endParaRPr lang="en-US" sz="36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71794F-55EA-4DAA-95A5-AA1FC05682D5}"/>
              </a:ext>
            </a:extLst>
          </p:cNvPr>
          <p:cNvSpPr/>
          <p:nvPr/>
        </p:nvSpPr>
        <p:spPr>
          <a:xfrm>
            <a:off x="2300258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90BF15-4F8B-4E17-B690-6B4814A0FA39}"/>
              </a:ext>
            </a:extLst>
          </p:cNvPr>
          <p:cNvSpPr/>
          <p:nvPr/>
        </p:nvSpPr>
        <p:spPr>
          <a:xfrm>
            <a:off x="4989055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1949D1F-4D6E-4613-99F6-AC117556D9A7}"/>
              </a:ext>
            </a:extLst>
          </p:cNvPr>
          <p:cNvSpPr/>
          <p:nvPr/>
        </p:nvSpPr>
        <p:spPr>
          <a:xfrm>
            <a:off x="5106211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7D3D6D-879B-4F82-9DBA-ACA991999156}"/>
              </a:ext>
            </a:extLst>
          </p:cNvPr>
          <p:cNvSpPr/>
          <p:nvPr/>
        </p:nvSpPr>
        <p:spPr>
          <a:xfrm>
            <a:off x="7289117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E60AFCC-ACC1-4804-89A0-814957267801}"/>
              </a:ext>
            </a:extLst>
          </p:cNvPr>
          <p:cNvSpPr/>
          <p:nvPr/>
        </p:nvSpPr>
        <p:spPr>
          <a:xfrm>
            <a:off x="7406273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0A66B0-4CFF-4021-BA9B-53F37242FB28}"/>
              </a:ext>
            </a:extLst>
          </p:cNvPr>
          <p:cNvSpPr/>
          <p:nvPr/>
        </p:nvSpPr>
        <p:spPr>
          <a:xfrm>
            <a:off x="10095070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C50F0E-A2D2-4B57-A7D9-7CC9BA5B7AB3}"/>
              </a:ext>
            </a:extLst>
          </p:cNvPr>
          <p:cNvSpPr/>
          <p:nvPr/>
        </p:nvSpPr>
        <p:spPr>
          <a:xfrm>
            <a:off x="10212226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79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89ACAB6A-2780-470F-9927-0DA470DB6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80" y="0"/>
            <a:ext cx="848457" cy="86199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27BA0B4-01AC-489D-AF8A-C545CCAEE8A3}"/>
              </a:ext>
            </a:extLst>
          </p:cNvPr>
          <p:cNvSpPr/>
          <p:nvPr/>
        </p:nvSpPr>
        <p:spPr>
          <a:xfrm>
            <a:off x="2183102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F6A7A8-4D5B-498D-99AC-285BF661D152}"/>
              </a:ext>
            </a:extLst>
          </p:cNvPr>
          <p:cNvSpPr/>
          <p:nvPr/>
        </p:nvSpPr>
        <p:spPr>
          <a:xfrm>
            <a:off x="9391340" y="5674190"/>
            <a:ext cx="1784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150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9FAD74-08C3-41A3-A51A-8BF8AA70C047}"/>
              </a:ext>
            </a:extLst>
          </p:cNvPr>
          <p:cNvSpPr/>
          <p:nvPr/>
        </p:nvSpPr>
        <p:spPr>
          <a:xfrm>
            <a:off x="6886440" y="5674190"/>
            <a:ext cx="1784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60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0D0CBDA-4076-4C9F-ACA6-E284A5CE72F1}"/>
              </a:ext>
            </a:extLst>
          </p:cNvPr>
          <p:cNvSpPr/>
          <p:nvPr/>
        </p:nvSpPr>
        <p:spPr>
          <a:xfrm>
            <a:off x="4260719" y="5674190"/>
            <a:ext cx="1784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20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785DAF-6AF6-455C-B24B-3C0390137F5F}"/>
              </a:ext>
            </a:extLst>
          </p:cNvPr>
          <p:cNvSpPr/>
          <p:nvPr/>
        </p:nvSpPr>
        <p:spPr>
          <a:xfrm>
            <a:off x="1510763" y="5685811"/>
            <a:ext cx="20697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462805-6D8B-473E-92F7-BDC049987B5E}"/>
              </a:ext>
            </a:extLst>
          </p:cNvPr>
          <p:cNvSpPr txBox="1"/>
          <p:nvPr/>
        </p:nvSpPr>
        <p:spPr>
          <a:xfrm>
            <a:off x="3865739" y="1752641"/>
            <a:ext cx="4358886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%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dirty="0"/>
          </a:p>
        </p:txBody>
      </p:sp>
      <p:sp>
        <p:nvSpPr>
          <p:cNvPr id="19" name="Google Shape;111;p2">
            <a:extLst>
              <a:ext uri="{FF2B5EF4-FFF2-40B4-BE49-F238E27FC236}">
                <a16:creationId xmlns:a16="http://schemas.microsoft.com/office/drawing/2014/main" id="{39F550D8-4D0F-4F0A-B27D-5DA2EF8C98B4}"/>
              </a:ext>
            </a:extLst>
          </p:cNvPr>
          <p:cNvSpPr txBox="1"/>
          <p:nvPr/>
        </p:nvSpPr>
        <p:spPr>
          <a:xfrm>
            <a:off x="2300258" y="296583"/>
            <a:ext cx="709108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will the code print?</a:t>
            </a:r>
            <a:endParaRPr lang="en-US" sz="36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71794F-55EA-4DAA-95A5-AA1FC05682D5}"/>
              </a:ext>
            </a:extLst>
          </p:cNvPr>
          <p:cNvSpPr/>
          <p:nvPr/>
        </p:nvSpPr>
        <p:spPr>
          <a:xfrm>
            <a:off x="2300258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90BF15-4F8B-4E17-B690-6B4814A0FA39}"/>
              </a:ext>
            </a:extLst>
          </p:cNvPr>
          <p:cNvSpPr/>
          <p:nvPr/>
        </p:nvSpPr>
        <p:spPr>
          <a:xfrm>
            <a:off x="4989055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1949D1F-4D6E-4613-99F6-AC117556D9A7}"/>
              </a:ext>
            </a:extLst>
          </p:cNvPr>
          <p:cNvSpPr/>
          <p:nvPr/>
        </p:nvSpPr>
        <p:spPr>
          <a:xfrm>
            <a:off x="5106211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7D3D6D-879B-4F82-9DBA-ACA991999156}"/>
              </a:ext>
            </a:extLst>
          </p:cNvPr>
          <p:cNvSpPr/>
          <p:nvPr/>
        </p:nvSpPr>
        <p:spPr>
          <a:xfrm>
            <a:off x="7289117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E60AFCC-ACC1-4804-89A0-814957267801}"/>
              </a:ext>
            </a:extLst>
          </p:cNvPr>
          <p:cNvSpPr/>
          <p:nvPr/>
        </p:nvSpPr>
        <p:spPr>
          <a:xfrm>
            <a:off x="7406273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0A66B0-4CFF-4021-BA9B-53F37242FB28}"/>
              </a:ext>
            </a:extLst>
          </p:cNvPr>
          <p:cNvSpPr/>
          <p:nvPr/>
        </p:nvSpPr>
        <p:spPr>
          <a:xfrm>
            <a:off x="10095070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C50F0E-A2D2-4B57-A7D9-7CC9BA5B7AB3}"/>
              </a:ext>
            </a:extLst>
          </p:cNvPr>
          <p:cNvSpPr/>
          <p:nvPr/>
        </p:nvSpPr>
        <p:spPr>
          <a:xfrm>
            <a:off x="10212226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4FD9710-DA1B-4B2A-A9A7-AA3A6C5310B0}"/>
              </a:ext>
            </a:extLst>
          </p:cNvPr>
          <p:cNvSpPr/>
          <p:nvPr/>
        </p:nvSpPr>
        <p:spPr>
          <a:xfrm>
            <a:off x="6931903" y="4498343"/>
            <a:ext cx="1471959" cy="1948773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68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89ACAB6A-2780-470F-9927-0DA470DB6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80" y="0"/>
            <a:ext cx="848457" cy="86199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27BA0B4-01AC-489D-AF8A-C545CCAEE8A3}"/>
              </a:ext>
            </a:extLst>
          </p:cNvPr>
          <p:cNvSpPr/>
          <p:nvPr/>
        </p:nvSpPr>
        <p:spPr>
          <a:xfrm>
            <a:off x="2183102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F6A7A8-4D5B-498D-99AC-285BF661D152}"/>
              </a:ext>
            </a:extLst>
          </p:cNvPr>
          <p:cNvSpPr/>
          <p:nvPr/>
        </p:nvSpPr>
        <p:spPr>
          <a:xfrm>
            <a:off x="9391340" y="5674190"/>
            <a:ext cx="17844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Ronan is the Best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9FAD74-08C3-41A3-A51A-8BF8AA70C047}"/>
              </a:ext>
            </a:extLst>
          </p:cNvPr>
          <p:cNvSpPr/>
          <p:nvPr/>
        </p:nvSpPr>
        <p:spPr>
          <a:xfrm>
            <a:off x="6886440" y="5674190"/>
            <a:ext cx="17844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Error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0D0CBDA-4076-4C9F-ACA6-E284A5CE72F1}"/>
              </a:ext>
            </a:extLst>
          </p:cNvPr>
          <p:cNvSpPr/>
          <p:nvPr/>
        </p:nvSpPr>
        <p:spPr>
          <a:xfrm>
            <a:off x="4260719" y="5674190"/>
            <a:ext cx="17844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Ronan does not have a premium membership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785DAF-6AF6-455C-B24B-3C0390137F5F}"/>
              </a:ext>
            </a:extLst>
          </p:cNvPr>
          <p:cNvSpPr/>
          <p:nvPr/>
        </p:nvSpPr>
        <p:spPr>
          <a:xfrm>
            <a:off x="1510763" y="5685811"/>
            <a:ext cx="20697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Ronan has a premium membership.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462805-6D8B-473E-92F7-BDC049987B5E}"/>
              </a:ext>
            </a:extLst>
          </p:cNvPr>
          <p:cNvSpPr txBox="1"/>
          <p:nvPr/>
        </p:nvSpPr>
        <p:spPr>
          <a:xfrm>
            <a:off x="2374336" y="1259912"/>
            <a:ext cx="879599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name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Ronan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age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membership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premium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.membership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premium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has a premium membership.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does not have a premium membership.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19" name="Google Shape;111;p2">
            <a:extLst>
              <a:ext uri="{FF2B5EF4-FFF2-40B4-BE49-F238E27FC236}">
                <a16:creationId xmlns:a16="http://schemas.microsoft.com/office/drawing/2014/main" id="{39F550D8-4D0F-4F0A-B27D-5DA2EF8C98B4}"/>
              </a:ext>
            </a:extLst>
          </p:cNvPr>
          <p:cNvSpPr txBox="1"/>
          <p:nvPr/>
        </p:nvSpPr>
        <p:spPr>
          <a:xfrm>
            <a:off x="2300258" y="296583"/>
            <a:ext cx="709108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will the code print?</a:t>
            </a:r>
            <a:endParaRPr lang="en-US" sz="36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71794F-55EA-4DAA-95A5-AA1FC05682D5}"/>
              </a:ext>
            </a:extLst>
          </p:cNvPr>
          <p:cNvSpPr/>
          <p:nvPr/>
        </p:nvSpPr>
        <p:spPr>
          <a:xfrm>
            <a:off x="2300258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90BF15-4F8B-4E17-B690-6B4814A0FA39}"/>
              </a:ext>
            </a:extLst>
          </p:cNvPr>
          <p:cNvSpPr/>
          <p:nvPr/>
        </p:nvSpPr>
        <p:spPr>
          <a:xfrm>
            <a:off x="4989055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1949D1F-4D6E-4613-99F6-AC117556D9A7}"/>
              </a:ext>
            </a:extLst>
          </p:cNvPr>
          <p:cNvSpPr/>
          <p:nvPr/>
        </p:nvSpPr>
        <p:spPr>
          <a:xfrm>
            <a:off x="5106211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7D3D6D-879B-4F82-9DBA-ACA991999156}"/>
              </a:ext>
            </a:extLst>
          </p:cNvPr>
          <p:cNvSpPr/>
          <p:nvPr/>
        </p:nvSpPr>
        <p:spPr>
          <a:xfrm>
            <a:off x="7289117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E60AFCC-ACC1-4804-89A0-814957267801}"/>
              </a:ext>
            </a:extLst>
          </p:cNvPr>
          <p:cNvSpPr/>
          <p:nvPr/>
        </p:nvSpPr>
        <p:spPr>
          <a:xfrm>
            <a:off x="7406273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0A66B0-4CFF-4021-BA9B-53F37242FB28}"/>
              </a:ext>
            </a:extLst>
          </p:cNvPr>
          <p:cNvSpPr/>
          <p:nvPr/>
        </p:nvSpPr>
        <p:spPr>
          <a:xfrm>
            <a:off x="10095070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C50F0E-A2D2-4B57-A7D9-7CC9BA5B7AB3}"/>
              </a:ext>
            </a:extLst>
          </p:cNvPr>
          <p:cNvSpPr/>
          <p:nvPr/>
        </p:nvSpPr>
        <p:spPr>
          <a:xfrm>
            <a:off x="10212226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86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89ACAB6A-2780-470F-9927-0DA470DB6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80" y="0"/>
            <a:ext cx="848457" cy="86199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27BA0B4-01AC-489D-AF8A-C545CCAEE8A3}"/>
              </a:ext>
            </a:extLst>
          </p:cNvPr>
          <p:cNvSpPr/>
          <p:nvPr/>
        </p:nvSpPr>
        <p:spPr>
          <a:xfrm>
            <a:off x="2183102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F6A7A8-4D5B-498D-99AC-285BF661D152}"/>
              </a:ext>
            </a:extLst>
          </p:cNvPr>
          <p:cNvSpPr/>
          <p:nvPr/>
        </p:nvSpPr>
        <p:spPr>
          <a:xfrm>
            <a:off x="9391340" y="5674190"/>
            <a:ext cx="17844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Ronan is the Best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9FAD74-08C3-41A3-A51A-8BF8AA70C047}"/>
              </a:ext>
            </a:extLst>
          </p:cNvPr>
          <p:cNvSpPr/>
          <p:nvPr/>
        </p:nvSpPr>
        <p:spPr>
          <a:xfrm>
            <a:off x="6886440" y="5674190"/>
            <a:ext cx="17844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Error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0D0CBDA-4076-4C9F-ACA6-E284A5CE72F1}"/>
              </a:ext>
            </a:extLst>
          </p:cNvPr>
          <p:cNvSpPr/>
          <p:nvPr/>
        </p:nvSpPr>
        <p:spPr>
          <a:xfrm>
            <a:off x="4260719" y="5674190"/>
            <a:ext cx="17844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Ronan does not have a premium membership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785DAF-6AF6-455C-B24B-3C0390137F5F}"/>
              </a:ext>
            </a:extLst>
          </p:cNvPr>
          <p:cNvSpPr/>
          <p:nvPr/>
        </p:nvSpPr>
        <p:spPr>
          <a:xfrm>
            <a:off x="1510763" y="5685811"/>
            <a:ext cx="20697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Ronan has a premium membership.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462805-6D8B-473E-92F7-BDC049987B5E}"/>
              </a:ext>
            </a:extLst>
          </p:cNvPr>
          <p:cNvSpPr txBox="1"/>
          <p:nvPr/>
        </p:nvSpPr>
        <p:spPr>
          <a:xfrm>
            <a:off x="2499256" y="1237166"/>
            <a:ext cx="879599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name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Ronan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age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membership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premium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.membership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premium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has a premium membership.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does not have a premium membership.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19" name="Google Shape;111;p2">
            <a:extLst>
              <a:ext uri="{FF2B5EF4-FFF2-40B4-BE49-F238E27FC236}">
                <a16:creationId xmlns:a16="http://schemas.microsoft.com/office/drawing/2014/main" id="{39F550D8-4D0F-4F0A-B27D-5DA2EF8C98B4}"/>
              </a:ext>
            </a:extLst>
          </p:cNvPr>
          <p:cNvSpPr txBox="1"/>
          <p:nvPr/>
        </p:nvSpPr>
        <p:spPr>
          <a:xfrm>
            <a:off x="2300258" y="296583"/>
            <a:ext cx="709108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will the code print?</a:t>
            </a:r>
            <a:endParaRPr lang="en-US" sz="36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71794F-55EA-4DAA-95A5-AA1FC05682D5}"/>
              </a:ext>
            </a:extLst>
          </p:cNvPr>
          <p:cNvSpPr/>
          <p:nvPr/>
        </p:nvSpPr>
        <p:spPr>
          <a:xfrm>
            <a:off x="2300258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90BF15-4F8B-4E17-B690-6B4814A0FA39}"/>
              </a:ext>
            </a:extLst>
          </p:cNvPr>
          <p:cNvSpPr/>
          <p:nvPr/>
        </p:nvSpPr>
        <p:spPr>
          <a:xfrm>
            <a:off x="4989055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1949D1F-4D6E-4613-99F6-AC117556D9A7}"/>
              </a:ext>
            </a:extLst>
          </p:cNvPr>
          <p:cNvSpPr/>
          <p:nvPr/>
        </p:nvSpPr>
        <p:spPr>
          <a:xfrm>
            <a:off x="5106211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7D3D6D-879B-4F82-9DBA-ACA991999156}"/>
              </a:ext>
            </a:extLst>
          </p:cNvPr>
          <p:cNvSpPr/>
          <p:nvPr/>
        </p:nvSpPr>
        <p:spPr>
          <a:xfrm>
            <a:off x="7289117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E60AFCC-ACC1-4804-89A0-814957267801}"/>
              </a:ext>
            </a:extLst>
          </p:cNvPr>
          <p:cNvSpPr/>
          <p:nvPr/>
        </p:nvSpPr>
        <p:spPr>
          <a:xfrm>
            <a:off x="7406273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0A66B0-4CFF-4021-BA9B-53F37242FB28}"/>
              </a:ext>
            </a:extLst>
          </p:cNvPr>
          <p:cNvSpPr/>
          <p:nvPr/>
        </p:nvSpPr>
        <p:spPr>
          <a:xfrm>
            <a:off x="10095070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C50F0E-A2D2-4B57-A7D9-7CC9BA5B7AB3}"/>
              </a:ext>
            </a:extLst>
          </p:cNvPr>
          <p:cNvSpPr/>
          <p:nvPr/>
        </p:nvSpPr>
        <p:spPr>
          <a:xfrm>
            <a:off x="10212226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8C9CE66-0761-4F21-AF47-1DF04D946A49}"/>
              </a:ext>
            </a:extLst>
          </p:cNvPr>
          <p:cNvSpPr/>
          <p:nvPr/>
        </p:nvSpPr>
        <p:spPr>
          <a:xfrm>
            <a:off x="1654634" y="4609517"/>
            <a:ext cx="1698338" cy="2248483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28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89ACAB6A-2780-470F-9927-0DA470DB6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80" y="0"/>
            <a:ext cx="848457" cy="86199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27BA0B4-01AC-489D-AF8A-C545CCAEE8A3}"/>
              </a:ext>
            </a:extLst>
          </p:cNvPr>
          <p:cNvSpPr/>
          <p:nvPr/>
        </p:nvSpPr>
        <p:spPr>
          <a:xfrm>
            <a:off x="2183102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F6A7A8-4D5B-498D-99AC-285BF661D152}"/>
              </a:ext>
            </a:extLst>
          </p:cNvPr>
          <p:cNvSpPr/>
          <p:nvPr/>
        </p:nvSpPr>
        <p:spPr>
          <a:xfrm>
            <a:off x="9391340" y="5674190"/>
            <a:ext cx="17844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Phone</a:t>
            </a:r>
          </a:p>
          <a:p>
            <a:pPr algn="ctr"/>
            <a:r>
              <a:rPr lang="en-US" sz="1600" dirty="0"/>
              <a:t>Table</a:t>
            </a:r>
          </a:p>
          <a:p>
            <a:pPr algn="ctr"/>
            <a:r>
              <a:rPr lang="en-US" sz="1600" dirty="0"/>
              <a:t>Laptop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9FAD74-08C3-41A3-A51A-8BF8AA70C047}"/>
              </a:ext>
            </a:extLst>
          </p:cNvPr>
          <p:cNvSpPr/>
          <p:nvPr/>
        </p:nvSpPr>
        <p:spPr>
          <a:xfrm>
            <a:off x="6725419" y="5674190"/>
            <a:ext cx="17844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Tablet</a:t>
            </a:r>
          </a:p>
          <a:p>
            <a:pPr algn="ctr"/>
            <a:r>
              <a:rPr lang="en-US" sz="1600" dirty="0"/>
              <a:t>Laptop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0D0CBDA-4076-4C9F-ACA6-E284A5CE72F1}"/>
              </a:ext>
            </a:extLst>
          </p:cNvPr>
          <p:cNvSpPr/>
          <p:nvPr/>
        </p:nvSpPr>
        <p:spPr>
          <a:xfrm>
            <a:off x="4260719" y="5674190"/>
            <a:ext cx="17844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Tablet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785DAF-6AF6-455C-B24B-3C0390137F5F}"/>
              </a:ext>
            </a:extLst>
          </p:cNvPr>
          <p:cNvSpPr/>
          <p:nvPr/>
        </p:nvSpPr>
        <p:spPr>
          <a:xfrm>
            <a:off x="1510763" y="5685811"/>
            <a:ext cx="206971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Phone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462805-6D8B-473E-92F7-BDC049987B5E}"/>
              </a:ext>
            </a:extLst>
          </p:cNvPr>
          <p:cNvSpPr txBox="1"/>
          <p:nvPr/>
        </p:nvSpPr>
        <p:spPr>
          <a:xfrm>
            <a:off x="3269300" y="1478103"/>
            <a:ext cx="3663182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name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price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name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Tablet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price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name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Laptop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price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];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19" name="Google Shape;111;p2">
            <a:extLst>
              <a:ext uri="{FF2B5EF4-FFF2-40B4-BE49-F238E27FC236}">
                <a16:creationId xmlns:a16="http://schemas.microsoft.com/office/drawing/2014/main" id="{39F550D8-4D0F-4F0A-B27D-5DA2EF8C98B4}"/>
              </a:ext>
            </a:extLst>
          </p:cNvPr>
          <p:cNvSpPr txBox="1"/>
          <p:nvPr/>
        </p:nvSpPr>
        <p:spPr>
          <a:xfrm>
            <a:off x="2300258" y="296583"/>
            <a:ext cx="709108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will the code print?</a:t>
            </a:r>
            <a:endParaRPr lang="en-US" sz="36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71794F-55EA-4DAA-95A5-AA1FC05682D5}"/>
              </a:ext>
            </a:extLst>
          </p:cNvPr>
          <p:cNvSpPr/>
          <p:nvPr/>
        </p:nvSpPr>
        <p:spPr>
          <a:xfrm>
            <a:off x="2300258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90BF15-4F8B-4E17-B690-6B4814A0FA39}"/>
              </a:ext>
            </a:extLst>
          </p:cNvPr>
          <p:cNvSpPr/>
          <p:nvPr/>
        </p:nvSpPr>
        <p:spPr>
          <a:xfrm>
            <a:off x="4989055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1949D1F-4D6E-4613-99F6-AC117556D9A7}"/>
              </a:ext>
            </a:extLst>
          </p:cNvPr>
          <p:cNvSpPr/>
          <p:nvPr/>
        </p:nvSpPr>
        <p:spPr>
          <a:xfrm>
            <a:off x="5106211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7D3D6D-879B-4F82-9DBA-ACA991999156}"/>
              </a:ext>
            </a:extLst>
          </p:cNvPr>
          <p:cNvSpPr/>
          <p:nvPr/>
        </p:nvSpPr>
        <p:spPr>
          <a:xfrm>
            <a:off x="7289117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E60AFCC-ACC1-4804-89A0-814957267801}"/>
              </a:ext>
            </a:extLst>
          </p:cNvPr>
          <p:cNvSpPr/>
          <p:nvPr/>
        </p:nvSpPr>
        <p:spPr>
          <a:xfrm>
            <a:off x="7406273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0A66B0-4CFF-4021-BA9B-53F37242FB28}"/>
              </a:ext>
            </a:extLst>
          </p:cNvPr>
          <p:cNvSpPr/>
          <p:nvPr/>
        </p:nvSpPr>
        <p:spPr>
          <a:xfrm>
            <a:off x="10095070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C50F0E-A2D2-4B57-A7D9-7CC9BA5B7AB3}"/>
              </a:ext>
            </a:extLst>
          </p:cNvPr>
          <p:cNvSpPr/>
          <p:nvPr/>
        </p:nvSpPr>
        <p:spPr>
          <a:xfrm>
            <a:off x="10212226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D271D0-B888-40EB-9C72-D5EB8D583CA6}"/>
              </a:ext>
            </a:extLst>
          </p:cNvPr>
          <p:cNvSpPr/>
          <p:nvPr/>
        </p:nvSpPr>
        <p:spPr>
          <a:xfrm>
            <a:off x="6744201" y="4652894"/>
            <a:ext cx="1698338" cy="2248483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49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89ACAB6A-2780-470F-9927-0DA470DB6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80" y="0"/>
            <a:ext cx="848457" cy="86199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27BA0B4-01AC-489D-AF8A-C545CCAEE8A3}"/>
              </a:ext>
            </a:extLst>
          </p:cNvPr>
          <p:cNvSpPr/>
          <p:nvPr/>
        </p:nvSpPr>
        <p:spPr>
          <a:xfrm>
            <a:off x="2183102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F6A7A8-4D5B-498D-99AC-285BF661D152}"/>
              </a:ext>
            </a:extLst>
          </p:cNvPr>
          <p:cNvSpPr/>
          <p:nvPr/>
        </p:nvSpPr>
        <p:spPr>
          <a:xfrm>
            <a:off x="9391340" y="5674190"/>
            <a:ext cx="17844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Phone</a:t>
            </a:r>
          </a:p>
          <a:p>
            <a:pPr algn="ctr"/>
            <a:r>
              <a:rPr lang="en-US" sz="1600" dirty="0"/>
              <a:t>Table</a:t>
            </a:r>
          </a:p>
          <a:p>
            <a:pPr algn="ctr"/>
            <a:r>
              <a:rPr lang="en-US" sz="1600" dirty="0"/>
              <a:t>Laptop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9FAD74-08C3-41A3-A51A-8BF8AA70C047}"/>
              </a:ext>
            </a:extLst>
          </p:cNvPr>
          <p:cNvSpPr/>
          <p:nvPr/>
        </p:nvSpPr>
        <p:spPr>
          <a:xfrm>
            <a:off x="6725419" y="5674190"/>
            <a:ext cx="17844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Tablet</a:t>
            </a:r>
          </a:p>
          <a:p>
            <a:pPr algn="ctr"/>
            <a:r>
              <a:rPr lang="en-US" sz="1600" dirty="0"/>
              <a:t>Laptop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0D0CBDA-4076-4C9F-ACA6-E284A5CE72F1}"/>
              </a:ext>
            </a:extLst>
          </p:cNvPr>
          <p:cNvSpPr/>
          <p:nvPr/>
        </p:nvSpPr>
        <p:spPr>
          <a:xfrm>
            <a:off x="4260719" y="5674190"/>
            <a:ext cx="17844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Tablet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785DAF-6AF6-455C-B24B-3C0390137F5F}"/>
              </a:ext>
            </a:extLst>
          </p:cNvPr>
          <p:cNvSpPr/>
          <p:nvPr/>
        </p:nvSpPr>
        <p:spPr>
          <a:xfrm>
            <a:off x="1510763" y="5685811"/>
            <a:ext cx="206971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Phone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462805-6D8B-473E-92F7-BDC049987B5E}"/>
              </a:ext>
            </a:extLst>
          </p:cNvPr>
          <p:cNvSpPr txBox="1"/>
          <p:nvPr/>
        </p:nvSpPr>
        <p:spPr>
          <a:xfrm>
            <a:off x="3269300" y="1478103"/>
            <a:ext cx="3663182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name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price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name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Tablet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price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name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Laptop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price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];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19" name="Google Shape;111;p2">
            <a:extLst>
              <a:ext uri="{FF2B5EF4-FFF2-40B4-BE49-F238E27FC236}">
                <a16:creationId xmlns:a16="http://schemas.microsoft.com/office/drawing/2014/main" id="{39F550D8-4D0F-4F0A-B27D-5DA2EF8C98B4}"/>
              </a:ext>
            </a:extLst>
          </p:cNvPr>
          <p:cNvSpPr txBox="1"/>
          <p:nvPr/>
        </p:nvSpPr>
        <p:spPr>
          <a:xfrm>
            <a:off x="2300258" y="296583"/>
            <a:ext cx="709108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will the code print?</a:t>
            </a:r>
            <a:endParaRPr lang="en-US" sz="36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71794F-55EA-4DAA-95A5-AA1FC05682D5}"/>
              </a:ext>
            </a:extLst>
          </p:cNvPr>
          <p:cNvSpPr/>
          <p:nvPr/>
        </p:nvSpPr>
        <p:spPr>
          <a:xfrm>
            <a:off x="2300258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90BF15-4F8B-4E17-B690-6B4814A0FA39}"/>
              </a:ext>
            </a:extLst>
          </p:cNvPr>
          <p:cNvSpPr/>
          <p:nvPr/>
        </p:nvSpPr>
        <p:spPr>
          <a:xfrm>
            <a:off x="4989055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1949D1F-4D6E-4613-99F6-AC117556D9A7}"/>
              </a:ext>
            </a:extLst>
          </p:cNvPr>
          <p:cNvSpPr/>
          <p:nvPr/>
        </p:nvSpPr>
        <p:spPr>
          <a:xfrm>
            <a:off x="5106211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7D3D6D-879B-4F82-9DBA-ACA991999156}"/>
              </a:ext>
            </a:extLst>
          </p:cNvPr>
          <p:cNvSpPr/>
          <p:nvPr/>
        </p:nvSpPr>
        <p:spPr>
          <a:xfrm>
            <a:off x="7289117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E60AFCC-ACC1-4804-89A0-814957267801}"/>
              </a:ext>
            </a:extLst>
          </p:cNvPr>
          <p:cNvSpPr/>
          <p:nvPr/>
        </p:nvSpPr>
        <p:spPr>
          <a:xfrm>
            <a:off x="7406273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0A66B0-4CFF-4021-BA9B-53F37242FB28}"/>
              </a:ext>
            </a:extLst>
          </p:cNvPr>
          <p:cNvSpPr/>
          <p:nvPr/>
        </p:nvSpPr>
        <p:spPr>
          <a:xfrm>
            <a:off x="10095070" y="4856677"/>
            <a:ext cx="734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C50F0E-A2D2-4B57-A7D9-7CC9BA5B7AB3}"/>
              </a:ext>
            </a:extLst>
          </p:cNvPr>
          <p:cNvSpPr/>
          <p:nvPr/>
        </p:nvSpPr>
        <p:spPr>
          <a:xfrm>
            <a:off x="10212226" y="4856677"/>
            <a:ext cx="52322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77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32;p5"/>
          <p:cNvSpPr txBox="1"/>
          <p:nvPr/>
        </p:nvSpPr>
        <p:spPr>
          <a:xfrm rot="20743394">
            <a:off x="4710298" y="4449992"/>
            <a:ext cx="5864321" cy="76944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lang="en-US" sz="4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4400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US" sz="44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4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400" dirty="0">
                <a:solidFill>
                  <a:srgbClr val="FF09AD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US" sz="440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4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400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US" sz="44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4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400" dirty="0">
                <a:solidFill>
                  <a:srgbClr val="FF09AD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US" sz="4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4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904356" y="1950120"/>
            <a:ext cx="788767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Objects in JavaScript are </a:t>
            </a:r>
          </a:p>
          <a:p>
            <a:pPr algn="ctr"/>
            <a:r>
              <a:rPr lang="en-US" sz="4800" b="1" dirty="0"/>
              <a:t>dynamic</a:t>
            </a:r>
            <a:r>
              <a:rPr lang="en-US" sz="4800" dirty="0"/>
              <a:t> </a:t>
            </a:r>
            <a:r>
              <a:rPr lang="en-US" sz="4800" dirty="0">
                <a:solidFill>
                  <a:schemeClr val="accent6"/>
                </a:solidFill>
              </a:rPr>
              <a:t>key</a:t>
            </a:r>
            <a:r>
              <a:rPr lang="en-US" sz="4800" dirty="0"/>
              <a:t>-</a:t>
            </a:r>
            <a:r>
              <a:rPr lang="en-US" sz="4800" dirty="0">
                <a:solidFill>
                  <a:srgbClr val="FF09AD"/>
                </a:solidFill>
              </a:rPr>
              <a:t>value</a:t>
            </a:r>
            <a:r>
              <a:rPr lang="en-US" sz="4800" dirty="0"/>
              <a:t> collections  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223533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213305" y="493479"/>
            <a:ext cx="77653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Objects can be </a:t>
            </a:r>
            <a:r>
              <a:rPr lang="en-US" sz="4000" b="1" dirty="0"/>
              <a:t>dynamically</a:t>
            </a:r>
            <a:r>
              <a:rPr lang="en-US" sz="4000" dirty="0"/>
              <a:t> updated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BDBC6C-2C72-4F24-B658-8DB2B042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86" y="1934946"/>
            <a:ext cx="4523013" cy="35978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40B589-8361-4E72-8B77-26C29822C8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757"/>
          <a:stretch/>
        </p:blipFill>
        <p:spPr>
          <a:xfrm>
            <a:off x="6244205" y="2774916"/>
            <a:ext cx="5185795" cy="65408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C5D118D-4FD1-4AFF-8DEF-AAB56BDF8846}"/>
              </a:ext>
            </a:extLst>
          </p:cNvPr>
          <p:cNvSpPr txBox="1"/>
          <p:nvPr/>
        </p:nvSpPr>
        <p:spPr>
          <a:xfrm rot="19444972">
            <a:off x="5757360" y="2642166"/>
            <a:ext cx="1198918" cy="400110"/>
          </a:xfrm>
          <a:prstGeom prst="rect">
            <a:avLst/>
          </a:prstGeom>
          <a:solidFill>
            <a:srgbClr val="2D72B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9AB76362-0AE1-343A-18F6-70AB409EE4D7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4894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21308" y="1704723"/>
            <a:ext cx="2512712" cy="46166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BRACKETS SYNTAX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51591" y="276167"/>
            <a:ext cx="59392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Object attribute </a:t>
            </a:r>
            <a:r>
              <a:rPr lang="en-US" sz="4800" b="1" dirty="0"/>
              <a:t>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31946" y="1704723"/>
            <a:ext cx="2717800" cy="46166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DOT SYNTAX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A4611-BE3E-475B-8DBA-4095FA77A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52" y="2387455"/>
            <a:ext cx="4807025" cy="3363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3AD166-1776-4AD3-92C9-94E133046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642" y="2387455"/>
            <a:ext cx="4468714" cy="3363381"/>
          </a:xfrm>
          <a:prstGeom prst="rect">
            <a:avLst/>
          </a:prstGeom>
        </p:spPr>
      </p:pic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309F6784-684C-D62C-1F54-28D4787B9F90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515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9A4457-0B0D-4005-BE80-590D697A1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80" y="1434249"/>
            <a:ext cx="5331650" cy="4799470"/>
          </a:xfrm>
          <a:prstGeom prst="rect">
            <a:avLst/>
          </a:prstGeom>
        </p:spPr>
      </p:pic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E294A85E-9192-D76A-382E-0F83812DCD9E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E8EF07-0056-5717-E3B7-2E771B289D8B}"/>
              </a:ext>
            </a:extLst>
          </p:cNvPr>
          <p:cNvSpPr txBox="1"/>
          <p:nvPr/>
        </p:nvSpPr>
        <p:spPr>
          <a:xfrm>
            <a:off x="3375443" y="276167"/>
            <a:ext cx="56915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Objects can be </a:t>
            </a:r>
            <a:r>
              <a:rPr lang="en-US" sz="4800" b="1" dirty="0"/>
              <a:t>nested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3E02DB-88EC-EAB3-16EC-9D535BBC9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398" y="2062277"/>
            <a:ext cx="3156102" cy="391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78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326240E-9C53-478D-AB44-04A6B81A0CDE}"/>
              </a:ext>
            </a:extLst>
          </p:cNvPr>
          <p:cNvSpPr txBox="1"/>
          <p:nvPr/>
        </p:nvSpPr>
        <p:spPr>
          <a:xfrm>
            <a:off x="2979286" y="154110"/>
            <a:ext cx="57687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/>
              <a:t>What this code will print ?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13832F-15EB-4B09-82B4-0BC41E9F6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80" y="0"/>
            <a:ext cx="848457" cy="86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94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3134558" y="506899"/>
            <a:ext cx="588733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HAVE LEARNT</a:t>
            </a:r>
            <a:endParaRPr sz="4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266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698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1;p2">
            <a:extLst>
              <a:ext uri="{FF2B5EF4-FFF2-40B4-BE49-F238E27FC236}">
                <a16:creationId xmlns:a16="http://schemas.microsoft.com/office/drawing/2014/main" id="{CFA90B9E-7613-8667-73D7-697FF1488D4A}"/>
              </a:ext>
            </a:extLst>
          </p:cNvPr>
          <p:cNvSpPr txBox="1"/>
          <p:nvPr/>
        </p:nvSpPr>
        <p:spPr>
          <a:xfrm>
            <a:off x="1994021" y="1695649"/>
            <a:ext cx="9225522" cy="391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115000"/>
              </a:lnSpc>
            </a:pPr>
            <a:r>
              <a:rPr lang="en-US" sz="2400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Ecosystem</a:t>
            </a:r>
            <a:endParaRPr lang="en-US" sz="24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does JS bring to front end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does JS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on front end?</a:t>
            </a:r>
          </a:p>
          <a:p>
            <a:pPr lvl="0" algn="just">
              <a:lnSpc>
                <a:spcPct val="115000"/>
              </a:lnSpc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 Syntax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 language paradigms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types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operators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structures: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conditionals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event handling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6407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1;p2">
            <a:extLst>
              <a:ext uri="{FF2B5EF4-FFF2-40B4-BE49-F238E27FC236}">
                <a16:creationId xmlns:a16="http://schemas.microsoft.com/office/drawing/2014/main" id="{47525548-CEDF-4A00-862D-E2069FE28934}"/>
              </a:ext>
            </a:extLst>
          </p:cNvPr>
          <p:cNvSpPr txBox="1"/>
          <p:nvPr/>
        </p:nvSpPr>
        <p:spPr>
          <a:xfrm>
            <a:off x="700774" y="714559"/>
            <a:ext cx="777638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GREAT JAVASCRIPT RESSOURCES</a:t>
            </a:r>
            <a:endParaRPr lang="en-US" sz="3600" i="0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FEAC73-EFE0-48C1-8751-08B9213EF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5103" y="3927282"/>
            <a:ext cx="2638793" cy="27626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AA968E-803C-41CB-84DE-C020829A543A}"/>
              </a:ext>
            </a:extLst>
          </p:cNvPr>
          <p:cNvSpPr txBox="1"/>
          <p:nvPr/>
        </p:nvSpPr>
        <p:spPr>
          <a:xfrm>
            <a:off x="700774" y="1696378"/>
            <a:ext cx="9634214" cy="3465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28600" algn="just">
              <a:lnSpc>
                <a:spcPct val="115000"/>
              </a:lnSpc>
            </a:pPr>
            <a:r>
              <a:rPr lang="en-US" sz="24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4"/>
              </a:rPr>
              <a:t>https://cstart.mines.edu/web/Day2/2-JavaScriptBasicSyntax.pdf</a:t>
            </a:r>
            <a:endParaRPr lang="en-US" sz="2400" u="sng" dirty="0">
              <a:solidFill>
                <a:srgbClr val="0000FF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24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5"/>
              </a:rPr>
              <a:t>https://www.integral-domain.org/lwilliams/mis462/JavaScript.pdf</a:t>
            </a:r>
            <a:endParaRPr lang="en-US" sz="2400" u="sng" dirty="0">
              <a:solidFill>
                <a:srgbClr val="0000FF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24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6"/>
              </a:rPr>
              <a:t>https://www.gurukultti.org/admin/notice/javascript.pdf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endParaRPr lang="en-US" sz="2400" u="sng" dirty="0">
              <a:solidFill>
                <a:srgbClr val="0000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hlinkClick r:id="rId7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24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7"/>
              </a:rPr>
              <a:t>https://www.w3schools.com/js/default.asp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oolBoran" panose="020B0100010101010101" pitchFamily="34" charset="0"/>
              </a:rPr>
              <a:t> 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BFDC2-9FBB-4BD9-80DE-1E80F7DBF1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7881" y="6143441"/>
            <a:ext cx="1156237" cy="60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031FDF79EAE34C923B756112460556" ma:contentTypeVersion="3" ma:contentTypeDescription="Create a new document." ma:contentTypeScope="" ma:versionID="0ea028be8844e0bbc4fe5676bf22675c">
  <xsd:schema xmlns:xsd="http://www.w3.org/2001/XMLSchema" xmlns:xs="http://www.w3.org/2001/XMLSchema" xmlns:p="http://schemas.microsoft.com/office/2006/metadata/properties" xmlns:ns2="ba602b1b-51fa-473a-a0a6-5f2178720721" targetNamespace="http://schemas.microsoft.com/office/2006/metadata/properties" ma:root="true" ma:fieldsID="c41d0ef20b281ebe61c1db0bac64de5d" ns2:_="">
    <xsd:import namespace="ba602b1b-51fa-473a-a0a6-5f21787207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602b1b-51fa-473a-a0a6-5f21787207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4BB3BA-BD9A-4CAF-9A73-27B5BEC81B7E}"/>
</file>

<file path=customXml/itemProps2.xml><?xml version="1.0" encoding="utf-8"?>
<ds:datastoreItem xmlns:ds="http://schemas.openxmlformats.org/officeDocument/2006/customXml" ds:itemID="{C12E75DC-D4FF-4518-97C8-30D59BB569EB}"/>
</file>

<file path=customXml/itemProps3.xml><?xml version="1.0" encoding="utf-8"?>
<ds:datastoreItem xmlns:ds="http://schemas.openxmlformats.org/officeDocument/2006/customXml" ds:itemID="{06E2B877-5AE5-4601-9BE8-4BBE1BFA2B87}"/>
</file>

<file path=docProps/app.xml><?xml version="1.0" encoding="utf-8"?>
<Properties xmlns="http://schemas.openxmlformats.org/officeDocument/2006/extended-properties" xmlns:vt="http://schemas.openxmlformats.org/officeDocument/2006/docPropsVTypes">
  <TotalTime>4358</TotalTime>
  <Words>1548</Words>
  <Application>Microsoft Office PowerPoint</Application>
  <PresentationFormat>Widescreen</PresentationFormat>
  <Paragraphs>298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Open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Jeanne Peyssard</dc:creator>
  <cp:lastModifiedBy>Ronan Ogor</cp:lastModifiedBy>
  <cp:revision>101</cp:revision>
  <dcterms:created xsi:type="dcterms:W3CDTF">2022-06-22T03:27:32Z</dcterms:created>
  <dcterms:modified xsi:type="dcterms:W3CDTF">2025-12-07T17:45:17Z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0x0101001B031FDF79EAE34C923B756112460556</vt:lpwstr>
  </property>
</Properties>
</file>