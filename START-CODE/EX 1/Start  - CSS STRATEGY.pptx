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5C67D0-E128-4A3B-AA7F-FBA498919BE9}" v="10" dt="2025-11-11T09:27:13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>
        <p:scale>
          <a:sx n="75" d="100"/>
          <a:sy n="75" d="100"/>
        </p:scale>
        <p:origin x="89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G Gekleang" userId="499fd597-370f-4fab-8a31-cb28e1a6f4a7" providerId="ADAL" clId="{658A9318-642B-45DD-846C-35B159F0E0B7}"/>
    <pc:docChg chg="undo custSel addSld modSld">
      <pc:chgData name="MONG Gekleang" userId="499fd597-370f-4fab-8a31-cb28e1a6f4a7" providerId="ADAL" clId="{658A9318-642B-45DD-846C-35B159F0E0B7}" dt="2025-11-11T09:29:46.167" v="127" actId="1076"/>
      <pc:docMkLst>
        <pc:docMk/>
      </pc:docMkLst>
      <pc:sldChg chg="addSp delSp modSp mod">
        <pc:chgData name="MONG Gekleang" userId="499fd597-370f-4fab-8a31-cb28e1a6f4a7" providerId="ADAL" clId="{658A9318-642B-45DD-846C-35B159F0E0B7}" dt="2025-11-11T09:15:50.505" v="50" actId="478"/>
        <pc:sldMkLst>
          <pc:docMk/>
          <pc:sldMk cId="535099321" sldId="257"/>
        </pc:sldMkLst>
        <pc:picChg chg="add mod">
          <ac:chgData name="MONG Gekleang" userId="499fd597-370f-4fab-8a31-cb28e1a6f4a7" providerId="ADAL" clId="{658A9318-642B-45DD-846C-35B159F0E0B7}" dt="2025-11-11T09:14:22.287" v="34" actId="1076"/>
          <ac:picMkLst>
            <pc:docMk/>
            <pc:sldMk cId="535099321" sldId="257"/>
            <ac:picMk id="3" creationId="{174BAB08-E088-8455-9015-AE4D3234356B}"/>
          </ac:picMkLst>
        </pc:picChg>
        <pc:picChg chg="add mod">
          <ac:chgData name="MONG Gekleang" userId="499fd597-370f-4fab-8a31-cb28e1a6f4a7" providerId="ADAL" clId="{658A9318-642B-45DD-846C-35B159F0E0B7}" dt="2025-11-11T09:15:34.853" v="46" actId="1076"/>
          <ac:picMkLst>
            <pc:docMk/>
            <pc:sldMk cId="535099321" sldId="257"/>
            <ac:picMk id="5" creationId="{C19112AB-627B-29DE-3E5B-6C4BF7E750C9}"/>
          </ac:picMkLst>
        </pc:picChg>
        <pc:picChg chg="add del mod">
          <ac:chgData name="MONG Gekleang" userId="499fd597-370f-4fab-8a31-cb28e1a6f4a7" providerId="ADAL" clId="{658A9318-642B-45DD-846C-35B159F0E0B7}" dt="2025-11-11T09:07:45.346" v="12" actId="478"/>
          <ac:picMkLst>
            <pc:docMk/>
            <pc:sldMk cId="535099321" sldId="257"/>
            <ac:picMk id="7" creationId="{9EAA1D9F-E44A-C595-D635-3751725CAB96}"/>
          </ac:picMkLst>
        </pc:picChg>
        <pc:picChg chg="add mod">
          <ac:chgData name="MONG Gekleang" userId="499fd597-370f-4fab-8a31-cb28e1a6f4a7" providerId="ADAL" clId="{658A9318-642B-45DD-846C-35B159F0E0B7}" dt="2025-11-11T09:14:03.323" v="28" actId="1076"/>
          <ac:picMkLst>
            <pc:docMk/>
            <pc:sldMk cId="535099321" sldId="257"/>
            <ac:picMk id="8" creationId="{7B501444-7AED-E406-0DCD-339243417697}"/>
          </ac:picMkLst>
        </pc:picChg>
        <pc:picChg chg="add mod">
          <ac:chgData name="MONG Gekleang" userId="499fd597-370f-4fab-8a31-cb28e1a6f4a7" providerId="ADAL" clId="{658A9318-642B-45DD-846C-35B159F0E0B7}" dt="2025-11-11T09:15:12.177" v="37" actId="1076"/>
          <ac:picMkLst>
            <pc:docMk/>
            <pc:sldMk cId="535099321" sldId="257"/>
            <ac:picMk id="9" creationId="{27B662EC-3416-0210-66E1-9671E6253195}"/>
          </ac:picMkLst>
        </pc:picChg>
        <pc:picChg chg="add del mod">
          <ac:chgData name="MONG Gekleang" userId="499fd597-370f-4fab-8a31-cb28e1a6f4a7" providerId="ADAL" clId="{658A9318-642B-45DD-846C-35B159F0E0B7}" dt="2025-11-11T09:15:50.505" v="50" actId="478"/>
          <ac:picMkLst>
            <pc:docMk/>
            <pc:sldMk cId="535099321" sldId="257"/>
            <ac:picMk id="10" creationId="{F075022D-C831-9BCD-D6F5-E600231FF814}"/>
          </ac:picMkLst>
        </pc:picChg>
      </pc:sldChg>
      <pc:sldChg chg="addSp delSp modSp new mod">
        <pc:chgData name="MONG Gekleang" userId="499fd597-370f-4fab-8a31-cb28e1a6f4a7" providerId="ADAL" clId="{658A9318-642B-45DD-846C-35B159F0E0B7}" dt="2025-11-11T09:20:55.341" v="104" actId="14100"/>
        <pc:sldMkLst>
          <pc:docMk/>
          <pc:sldMk cId="1172776323" sldId="259"/>
        </pc:sldMkLst>
        <pc:spChg chg="del">
          <ac:chgData name="MONG Gekleang" userId="499fd597-370f-4fab-8a31-cb28e1a6f4a7" providerId="ADAL" clId="{658A9318-642B-45DD-846C-35B159F0E0B7}" dt="2025-11-11T09:07:52.544" v="14" actId="478"/>
          <ac:spMkLst>
            <pc:docMk/>
            <pc:sldMk cId="1172776323" sldId="259"/>
            <ac:spMk id="2" creationId="{9E6529A0-DC25-7FA9-9187-BA2FF0FB7169}"/>
          </ac:spMkLst>
        </pc:spChg>
        <pc:spChg chg="del">
          <ac:chgData name="MONG Gekleang" userId="499fd597-370f-4fab-8a31-cb28e1a6f4a7" providerId="ADAL" clId="{658A9318-642B-45DD-846C-35B159F0E0B7}" dt="2025-11-11T09:07:50.374" v="13" actId="478"/>
          <ac:spMkLst>
            <pc:docMk/>
            <pc:sldMk cId="1172776323" sldId="259"/>
            <ac:spMk id="3" creationId="{CAB9BE6A-A426-0E06-EE09-AFC313BE325E}"/>
          </ac:spMkLst>
        </pc:spChg>
        <pc:spChg chg="add mod">
          <ac:chgData name="MONG Gekleang" userId="499fd597-370f-4fab-8a31-cb28e1a6f4a7" providerId="ADAL" clId="{658A9318-642B-45DD-846C-35B159F0E0B7}" dt="2025-11-11T09:19:54.311" v="91" actId="208"/>
          <ac:spMkLst>
            <pc:docMk/>
            <pc:sldMk cId="1172776323" sldId="259"/>
            <ac:spMk id="13" creationId="{1C6AFE14-CE1C-BC85-57CB-DE5CA627ADCA}"/>
          </ac:spMkLst>
        </pc:spChg>
        <pc:spChg chg="add del mod">
          <ac:chgData name="MONG Gekleang" userId="499fd597-370f-4fab-8a31-cb28e1a6f4a7" providerId="ADAL" clId="{658A9318-642B-45DD-846C-35B159F0E0B7}" dt="2025-11-11T09:19:58.517" v="92" actId="478"/>
          <ac:spMkLst>
            <pc:docMk/>
            <pc:sldMk cId="1172776323" sldId="259"/>
            <ac:spMk id="15" creationId="{EC23442D-88D4-670F-704B-0B15D91782BE}"/>
          </ac:spMkLst>
        </pc:spChg>
        <pc:spChg chg="add mod">
          <ac:chgData name="MONG Gekleang" userId="499fd597-370f-4fab-8a31-cb28e1a6f4a7" providerId="ADAL" clId="{658A9318-642B-45DD-846C-35B159F0E0B7}" dt="2025-11-11T09:20:17.352" v="96" actId="14100"/>
          <ac:spMkLst>
            <pc:docMk/>
            <pc:sldMk cId="1172776323" sldId="259"/>
            <ac:spMk id="16" creationId="{17E8F3B0-6BC9-528D-31BD-D7FE12AE6DE4}"/>
          </ac:spMkLst>
        </pc:spChg>
        <pc:spChg chg="add mod">
          <ac:chgData name="MONG Gekleang" userId="499fd597-370f-4fab-8a31-cb28e1a6f4a7" providerId="ADAL" clId="{658A9318-642B-45DD-846C-35B159F0E0B7}" dt="2025-11-11T09:20:55.341" v="104" actId="14100"/>
          <ac:spMkLst>
            <pc:docMk/>
            <pc:sldMk cId="1172776323" sldId="259"/>
            <ac:spMk id="17" creationId="{9F359108-B9EC-3701-E2A5-A506713F93E8}"/>
          </ac:spMkLst>
        </pc:spChg>
        <pc:picChg chg="add mod">
          <ac:chgData name="MONG Gekleang" userId="499fd597-370f-4fab-8a31-cb28e1a6f4a7" providerId="ADAL" clId="{658A9318-642B-45DD-846C-35B159F0E0B7}" dt="2025-11-11T09:16:23.746" v="63" actId="1076"/>
          <ac:picMkLst>
            <pc:docMk/>
            <pc:sldMk cId="1172776323" sldId="259"/>
            <ac:picMk id="4" creationId="{8DDADF8A-1D45-48FA-D827-67BA59D1FB88}"/>
          </ac:picMkLst>
        </pc:picChg>
        <pc:picChg chg="add mod">
          <ac:chgData name="MONG Gekleang" userId="499fd597-370f-4fab-8a31-cb28e1a6f4a7" providerId="ADAL" clId="{658A9318-642B-45DD-846C-35B159F0E0B7}" dt="2025-11-11T09:20:44.413" v="102" actId="14100"/>
          <ac:picMkLst>
            <pc:docMk/>
            <pc:sldMk cId="1172776323" sldId="259"/>
            <ac:picMk id="6" creationId="{006F3784-174E-3E1F-57B5-6508B87389CB}"/>
          </ac:picMkLst>
        </pc:picChg>
        <pc:picChg chg="add mod">
          <ac:chgData name="MONG Gekleang" userId="499fd597-370f-4fab-8a31-cb28e1a6f4a7" providerId="ADAL" clId="{658A9318-642B-45DD-846C-35B159F0E0B7}" dt="2025-11-11T09:16:18.450" v="61" actId="1076"/>
          <ac:picMkLst>
            <pc:docMk/>
            <pc:sldMk cId="1172776323" sldId="259"/>
            <ac:picMk id="7" creationId="{A0A36018-171C-E4A0-E16B-26D1E83B3D1C}"/>
          </ac:picMkLst>
        </pc:picChg>
        <pc:picChg chg="add mod">
          <ac:chgData name="MONG Gekleang" userId="499fd597-370f-4fab-8a31-cb28e1a6f4a7" providerId="ADAL" clId="{658A9318-642B-45DD-846C-35B159F0E0B7}" dt="2025-11-11T09:17:46.509" v="76" actId="1076"/>
          <ac:picMkLst>
            <pc:docMk/>
            <pc:sldMk cId="1172776323" sldId="259"/>
            <ac:picMk id="8" creationId="{F039D642-0F08-681D-6325-7D2CED433BEC}"/>
          </ac:picMkLst>
        </pc:picChg>
        <pc:picChg chg="add del mod">
          <ac:chgData name="MONG Gekleang" userId="499fd597-370f-4fab-8a31-cb28e1a6f4a7" providerId="ADAL" clId="{658A9318-642B-45DD-846C-35B159F0E0B7}" dt="2025-11-11T09:18:53.190" v="86" actId="478"/>
          <ac:picMkLst>
            <pc:docMk/>
            <pc:sldMk cId="1172776323" sldId="259"/>
            <ac:picMk id="14" creationId="{EF6E2153-B772-4400-748B-FDE1AEEC580D}"/>
          </ac:picMkLst>
        </pc:picChg>
        <pc:cxnChg chg="add del">
          <ac:chgData name="MONG Gekleang" userId="499fd597-370f-4fab-8a31-cb28e1a6f4a7" providerId="ADAL" clId="{658A9318-642B-45DD-846C-35B159F0E0B7}" dt="2025-11-11T09:17:32.873" v="72" actId="11529"/>
          <ac:cxnSpMkLst>
            <pc:docMk/>
            <pc:sldMk cId="1172776323" sldId="259"/>
            <ac:cxnSpMk id="10" creationId="{1A9F8D05-DC0F-5271-AA0E-86DBF706B832}"/>
          </ac:cxnSpMkLst>
        </pc:cxnChg>
        <pc:cxnChg chg="add del">
          <ac:chgData name="MONG Gekleang" userId="499fd597-370f-4fab-8a31-cb28e1a6f4a7" providerId="ADAL" clId="{658A9318-642B-45DD-846C-35B159F0E0B7}" dt="2025-11-11T09:18:16.520" v="79" actId="478"/>
          <ac:cxnSpMkLst>
            <pc:docMk/>
            <pc:sldMk cId="1172776323" sldId="259"/>
            <ac:cxnSpMk id="12" creationId="{9CA53B96-1945-DA71-D8A2-14A88CA415DD}"/>
          </ac:cxnSpMkLst>
        </pc:cxnChg>
      </pc:sldChg>
      <pc:sldChg chg="addSp delSp modSp new mod">
        <pc:chgData name="MONG Gekleang" userId="499fd597-370f-4fab-8a31-cb28e1a6f4a7" providerId="ADAL" clId="{658A9318-642B-45DD-846C-35B159F0E0B7}" dt="2025-11-11T09:29:46.167" v="127" actId="1076"/>
        <pc:sldMkLst>
          <pc:docMk/>
          <pc:sldMk cId="2943797221" sldId="260"/>
        </pc:sldMkLst>
        <pc:spChg chg="del">
          <ac:chgData name="MONG Gekleang" userId="499fd597-370f-4fab-8a31-cb28e1a6f4a7" providerId="ADAL" clId="{658A9318-642B-45DD-846C-35B159F0E0B7}" dt="2025-11-11T09:21:18.051" v="107" actId="478"/>
          <ac:spMkLst>
            <pc:docMk/>
            <pc:sldMk cId="2943797221" sldId="260"/>
            <ac:spMk id="2" creationId="{7C05AEC4-7810-BFD2-2130-7524CA6BBFF8}"/>
          </ac:spMkLst>
        </pc:spChg>
        <pc:spChg chg="del">
          <ac:chgData name="MONG Gekleang" userId="499fd597-370f-4fab-8a31-cb28e1a6f4a7" providerId="ADAL" clId="{658A9318-642B-45DD-846C-35B159F0E0B7}" dt="2025-11-11T09:21:16.661" v="106" actId="478"/>
          <ac:spMkLst>
            <pc:docMk/>
            <pc:sldMk cId="2943797221" sldId="260"/>
            <ac:spMk id="3" creationId="{D4AF3F94-FFCF-EC18-0389-FEB33134745A}"/>
          </ac:spMkLst>
        </pc:spChg>
        <pc:spChg chg="add mod">
          <ac:chgData name="MONG Gekleang" userId="499fd597-370f-4fab-8a31-cb28e1a6f4a7" providerId="ADAL" clId="{658A9318-642B-45DD-846C-35B159F0E0B7}" dt="2025-11-11T09:29:46.167" v="127" actId="1076"/>
          <ac:spMkLst>
            <pc:docMk/>
            <pc:sldMk cId="2943797221" sldId="260"/>
            <ac:spMk id="7" creationId="{93756B31-A6AC-7C13-7769-5C8A89DE720D}"/>
          </ac:spMkLst>
        </pc:spChg>
        <pc:picChg chg="add mod">
          <ac:chgData name="MONG Gekleang" userId="499fd597-370f-4fab-8a31-cb28e1a6f4a7" providerId="ADAL" clId="{658A9318-642B-45DD-846C-35B159F0E0B7}" dt="2025-11-11T09:28:28.469" v="123" actId="1076"/>
          <ac:picMkLst>
            <pc:docMk/>
            <pc:sldMk cId="2943797221" sldId="260"/>
            <ac:picMk id="5" creationId="{DF5BA066-7161-BB77-CD5D-8F84891B8E93}"/>
          </ac:picMkLst>
        </pc:picChg>
        <pc:picChg chg="add mod">
          <ac:chgData name="MONG Gekleang" userId="499fd597-370f-4fab-8a31-cb28e1a6f4a7" providerId="ADAL" clId="{658A9318-642B-45DD-846C-35B159F0E0B7}" dt="2025-11-11T09:27:32.491" v="119" actId="1076"/>
          <ac:picMkLst>
            <pc:docMk/>
            <pc:sldMk cId="2943797221" sldId="260"/>
            <ac:picMk id="6" creationId="{BBAC0F49-5376-0328-CA47-BD350F3478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BAB08-E088-8455-9015-AE4D3234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40" y="317162"/>
            <a:ext cx="4699520" cy="2064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9112AB-627B-29DE-3E5B-6C4BF7E7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025" y="4075955"/>
            <a:ext cx="6106735" cy="296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501444-7AED-E406-0DCD-339243417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321" y="355402"/>
            <a:ext cx="4612119" cy="20265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B662EC-3416-0210-66E1-9671E6253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81" y="4075955"/>
            <a:ext cx="4612119" cy="20265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DADF8A-1D45-48FA-D827-67BA59D1F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65" y="587304"/>
            <a:ext cx="3693775" cy="2710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F3784-174E-3E1F-57B5-6508B8738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676" y="4856063"/>
            <a:ext cx="3779298" cy="1766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36018-171C-E4A0-E16B-26D1E83B3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" y="235613"/>
            <a:ext cx="6968945" cy="30621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39D642-0F08-681D-6325-7D2CED433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" y="3560275"/>
            <a:ext cx="6968945" cy="30621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C6AFE14-CE1C-BC85-57CB-DE5CA627ADCA}"/>
              </a:ext>
            </a:extLst>
          </p:cNvPr>
          <p:cNvSpPr/>
          <p:nvPr/>
        </p:nvSpPr>
        <p:spPr>
          <a:xfrm>
            <a:off x="1544320" y="587304"/>
            <a:ext cx="9743440" cy="88589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8F3B0-6BC9-528D-31BD-D7FE12AE6DE4}"/>
              </a:ext>
            </a:extLst>
          </p:cNvPr>
          <p:cNvSpPr/>
          <p:nvPr/>
        </p:nvSpPr>
        <p:spPr>
          <a:xfrm>
            <a:off x="1544320" y="1544320"/>
            <a:ext cx="9845040" cy="175340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359108-B9EC-3701-E2A5-A506713F93E8}"/>
              </a:ext>
            </a:extLst>
          </p:cNvPr>
          <p:cNvSpPr/>
          <p:nvPr/>
        </p:nvSpPr>
        <p:spPr>
          <a:xfrm>
            <a:off x="1173480" y="4856064"/>
            <a:ext cx="10215880" cy="176632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776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5BA066-7161-BB77-CD5D-8F84891B8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410" y="4025204"/>
            <a:ext cx="4413910" cy="19969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C0F49-5376-0328-CA47-BD350F347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080"/>
            <a:ext cx="8364288" cy="3675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756B31-A6AC-7C13-7769-5C8A89DE720D}"/>
              </a:ext>
            </a:extLst>
          </p:cNvPr>
          <p:cNvSpPr/>
          <p:nvPr/>
        </p:nvSpPr>
        <p:spPr>
          <a:xfrm>
            <a:off x="1779304" y="1676400"/>
            <a:ext cx="4805680" cy="45415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79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24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MONG Gekleang</cp:lastModifiedBy>
  <cp:revision>1</cp:revision>
  <dcterms:created xsi:type="dcterms:W3CDTF">2024-08-04T11:27:57Z</dcterms:created>
  <dcterms:modified xsi:type="dcterms:W3CDTF">2025-11-11T09:29:50Z</dcterms:modified>
</cp:coreProperties>
</file>